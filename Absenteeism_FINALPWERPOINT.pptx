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E9C73E-F829-430F-B60D-02DF6417558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DD6DDF9-2488-4918-82CC-4D5E1ED79759}">
      <dgm:prSet/>
      <dgm:spPr/>
      <dgm:t>
        <a:bodyPr/>
        <a:lstStyle/>
        <a:p>
          <a:pPr>
            <a:defRPr cap="all"/>
          </a:pPr>
          <a:r>
            <a:rPr lang="en-US" b="1"/>
            <a:t>Key Financial Metrics</a:t>
          </a:r>
          <a:endParaRPr lang="en-US"/>
        </a:p>
      </dgm:t>
    </dgm:pt>
    <dgm:pt modelId="{B2DEC741-61D8-48F9-9F4F-8526BEB2CE48}" type="parTrans" cxnId="{F2FE90DC-1792-4BA9-B1A9-5AD763B2629C}">
      <dgm:prSet/>
      <dgm:spPr/>
      <dgm:t>
        <a:bodyPr/>
        <a:lstStyle/>
        <a:p>
          <a:endParaRPr lang="en-US"/>
        </a:p>
      </dgm:t>
    </dgm:pt>
    <dgm:pt modelId="{595DBA60-0BDF-4C91-A8E3-D8FC7CB223B1}" type="sibTrans" cxnId="{F2FE90DC-1792-4BA9-B1A9-5AD763B2629C}">
      <dgm:prSet/>
      <dgm:spPr/>
      <dgm:t>
        <a:bodyPr/>
        <a:lstStyle/>
        <a:p>
          <a:endParaRPr lang="en-US"/>
        </a:p>
      </dgm:t>
    </dgm:pt>
    <dgm:pt modelId="{10A52626-3889-41EF-938D-11D5EABACC11}">
      <dgm:prSet/>
      <dgm:spPr/>
      <dgm:t>
        <a:bodyPr/>
        <a:lstStyle/>
        <a:p>
          <a:pPr>
            <a:defRPr cap="all"/>
          </a:pPr>
          <a:r>
            <a:rPr lang="en-US"/>
            <a:t>• Total Business Impact: $51,221 (current period)</a:t>
          </a:r>
        </a:p>
      </dgm:t>
    </dgm:pt>
    <dgm:pt modelId="{B41D9F00-27FC-4905-9609-57E5C568C3F0}" type="parTrans" cxnId="{8D66E8A7-0706-4C6C-B16D-BE665A03C4ED}">
      <dgm:prSet/>
      <dgm:spPr/>
      <dgm:t>
        <a:bodyPr/>
        <a:lstStyle/>
        <a:p>
          <a:endParaRPr lang="en-US"/>
        </a:p>
      </dgm:t>
    </dgm:pt>
    <dgm:pt modelId="{88635746-FF1D-4159-9260-76A90D39A43B}" type="sibTrans" cxnId="{8D66E8A7-0706-4C6C-B16D-BE665A03C4ED}">
      <dgm:prSet/>
      <dgm:spPr/>
      <dgm:t>
        <a:bodyPr/>
        <a:lstStyle/>
        <a:p>
          <a:endParaRPr lang="en-US"/>
        </a:p>
      </dgm:t>
    </dgm:pt>
    <dgm:pt modelId="{BB51BE0A-34BB-49C6-840D-6EF29D723F1B}">
      <dgm:prSet/>
      <dgm:spPr/>
      <dgm:t>
        <a:bodyPr/>
        <a:lstStyle/>
        <a:p>
          <a:pPr>
            <a:defRPr cap="all"/>
          </a:pPr>
          <a:r>
            <a:rPr lang="en-US"/>
            <a:t>• Cost per Employee: $25,611 average</a:t>
          </a:r>
        </a:p>
      </dgm:t>
    </dgm:pt>
    <dgm:pt modelId="{170B6C9C-FED2-4589-98C7-74CD8081D829}" type="parTrans" cxnId="{D3347A3F-EB1C-429E-9D71-4FEACB262710}">
      <dgm:prSet/>
      <dgm:spPr/>
      <dgm:t>
        <a:bodyPr/>
        <a:lstStyle/>
        <a:p>
          <a:endParaRPr lang="en-US"/>
        </a:p>
      </dgm:t>
    </dgm:pt>
    <dgm:pt modelId="{AA3E9A30-4F3A-4E49-81C5-F51EF02DB05D}" type="sibTrans" cxnId="{D3347A3F-EB1C-429E-9D71-4FEACB262710}">
      <dgm:prSet/>
      <dgm:spPr/>
      <dgm:t>
        <a:bodyPr/>
        <a:lstStyle/>
        <a:p>
          <a:endParaRPr lang="en-US"/>
        </a:p>
      </dgm:t>
    </dgm:pt>
    <dgm:pt modelId="{CB7F8704-D90B-4569-BBA4-F18551FA474C}">
      <dgm:prSet/>
      <dgm:spPr/>
      <dgm:t>
        <a:bodyPr/>
        <a:lstStyle/>
        <a:p>
          <a:pPr>
            <a:defRPr cap="all"/>
          </a:pPr>
          <a:r>
            <a:rPr lang="en-US"/>
            <a:t>• Total Hours Lost: 262 hours</a:t>
          </a:r>
        </a:p>
      </dgm:t>
    </dgm:pt>
    <dgm:pt modelId="{A59E1F3F-4591-43A9-ACD0-975A87F7831E}" type="parTrans" cxnId="{5D66B19A-C139-4E94-B991-C355EF8B2D94}">
      <dgm:prSet/>
      <dgm:spPr/>
      <dgm:t>
        <a:bodyPr/>
        <a:lstStyle/>
        <a:p>
          <a:endParaRPr lang="en-US"/>
        </a:p>
      </dgm:t>
    </dgm:pt>
    <dgm:pt modelId="{5D830607-AF45-40A3-8F38-94BB7C4DE39D}" type="sibTrans" cxnId="{5D66B19A-C139-4E94-B991-C355EF8B2D94}">
      <dgm:prSet/>
      <dgm:spPr/>
      <dgm:t>
        <a:bodyPr/>
        <a:lstStyle/>
        <a:p>
          <a:endParaRPr lang="en-US"/>
        </a:p>
      </dgm:t>
    </dgm:pt>
    <dgm:pt modelId="{3E00F9EF-F436-4135-92D7-228AA9EE3883}">
      <dgm:prSet/>
      <dgm:spPr/>
      <dgm:t>
        <a:bodyPr/>
        <a:lstStyle/>
        <a:p>
          <a:pPr>
            <a:defRPr cap="all"/>
          </a:pPr>
          <a:r>
            <a:rPr lang="en-US"/>
            <a:t>• Absence Rate: 88.89% (operational inefficiency indicator)</a:t>
          </a:r>
        </a:p>
      </dgm:t>
    </dgm:pt>
    <dgm:pt modelId="{E86E1FB2-E6C4-462C-8018-392650444140}" type="parTrans" cxnId="{F0BF187D-E8B2-473E-8042-33DA1C37BCDF}">
      <dgm:prSet/>
      <dgm:spPr/>
      <dgm:t>
        <a:bodyPr/>
        <a:lstStyle/>
        <a:p>
          <a:endParaRPr lang="en-US"/>
        </a:p>
      </dgm:t>
    </dgm:pt>
    <dgm:pt modelId="{4D39C232-2207-42CB-98C5-36AF3448D756}" type="sibTrans" cxnId="{F0BF187D-E8B2-473E-8042-33DA1C37BCDF}">
      <dgm:prSet/>
      <dgm:spPr/>
      <dgm:t>
        <a:bodyPr/>
        <a:lstStyle/>
        <a:p>
          <a:endParaRPr lang="en-US"/>
        </a:p>
      </dgm:t>
    </dgm:pt>
    <dgm:pt modelId="{A8754499-C571-4832-93F4-5FF128D9B3C9}">
      <dgm:prSet/>
      <dgm:spPr/>
      <dgm:t>
        <a:bodyPr/>
        <a:lstStyle/>
        <a:p>
          <a:pPr>
            <a:defRPr cap="all"/>
          </a:pPr>
          <a:r>
            <a:rPr lang="en-US"/>
            <a:t>• Average Hours per Incident: 33 hours</a:t>
          </a:r>
        </a:p>
      </dgm:t>
    </dgm:pt>
    <dgm:pt modelId="{B9CD4F30-56F5-481D-9144-595D9C5D4D56}" type="parTrans" cxnId="{8B30F82C-F08F-4EFA-A2CD-AA6F8C9A8B60}">
      <dgm:prSet/>
      <dgm:spPr/>
      <dgm:t>
        <a:bodyPr/>
        <a:lstStyle/>
        <a:p>
          <a:endParaRPr lang="en-US"/>
        </a:p>
      </dgm:t>
    </dgm:pt>
    <dgm:pt modelId="{50CBF5FB-A651-4D05-8935-222390ABDB81}" type="sibTrans" cxnId="{8B30F82C-F08F-4EFA-A2CD-AA6F8C9A8B60}">
      <dgm:prSet/>
      <dgm:spPr/>
      <dgm:t>
        <a:bodyPr/>
        <a:lstStyle/>
        <a:p>
          <a:endParaRPr lang="en-US"/>
        </a:p>
      </dgm:t>
    </dgm:pt>
    <dgm:pt modelId="{F9A1CB61-1FD9-4DE0-9FFA-52A621CEED52}" type="pres">
      <dgm:prSet presAssocID="{FDE9C73E-F829-430F-B60D-02DF64175585}" presName="root" presStyleCnt="0">
        <dgm:presLayoutVars>
          <dgm:dir/>
          <dgm:resizeHandles val="exact"/>
        </dgm:presLayoutVars>
      </dgm:prSet>
      <dgm:spPr/>
    </dgm:pt>
    <dgm:pt modelId="{9C2526EF-AC84-4B34-A48C-216CA558683A}" type="pres">
      <dgm:prSet presAssocID="{CDD6DDF9-2488-4918-82CC-4D5E1ED79759}" presName="compNode" presStyleCnt="0"/>
      <dgm:spPr/>
    </dgm:pt>
    <dgm:pt modelId="{C8416D09-985D-4FF9-B576-94A8038188A7}" type="pres">
      <dgm:prSet presAssocID="{CDD6DDF9-2488-4918-82CC-4D5E1ED79759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45927B0-5B78-4B28-BE44-13AC12BD75F6}" type="pres">
      <dgm:prSet presAssocID="{CDD6DDF9-2488-4918-82CC-4D5E1ED7975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3EC944A-5A71-47EF-9CD8-CAA87EB84006}" type="pres">
      <dgm:prSet presAssocID="{CDD6DDF9-2488-4918-82CC-4D5E1ED79759}" presName="spaceRect" presStyleCnt="0"/>
      <dgm:spPr/>
    </dgm:pt>
    <dgm:pt modelId="{014BA939-A31F-46F2-AA54-7A6E378AAE91}" type="pres">
      <dgm:prSet presAssocID="{CDD6DDF9-2488-4918-82CC-4D5E1ED79759}" presName="textRect" presStyleLbl="revTx" presStyleIdx="0" presStyleCnt="6">
        <dgm:presLayoutVars>
          <dgm:chMax val="1"/>
          <dgm:chPref val="1"/>
        </dgm:presLayoutVars>
      </dgm:prSet>
      <dgm:spPr/>
    </dgm:pt>
    <dgm:pt modelId="{84DB9BE1-477D-4F0F-B5A9-19DCFAF77680}" type="pres">
      <dgm:prSet presAssocID="{595DBA60-0BDF-4C91-A8E3-D8FC7CB223B1}" presName="sibTrans" presStyleCnt="0"/>
      <dgm:spPr/>
    </dgm:pt>
    <dgm:pt modelId="{CE2E52F3-1E92-4263-90CC-AEAF23E67385}" type="pres">
      <dgm:prSet presAssocID="{10A52626-3889-41EF-938D-11D5EABACC11}" presName="compNode" presStyleCnt="0"/>
      <dgm:spPr/>
    </dgm:pt>
    <dgm:pt modelId="{BE52F219-6663-41E2-A401-CB5CC23CAD6F}" type="pres">
      <dgm:prSet presAssocID="{10A52626-3889-41EF-938D-11D5EABACC11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05875CD-41D4-4028-A77B-1F5C6CF58F0D}" type="pres">
      <dgm:prSet presAssocID="{10A52626-3889-41EF-938D-11D5EABACC1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134B4F1-A67B-4421-9ADB-8A3231929E56}" type="pres">
      <dgm:prSet presAssocID="{10A52626-3889-41EF-938D-11D5EABACC11}" presName="spaceRect" presStyleCnt="0"/>
      <dgm:spPr/>
    </dgm:pt>
    <dgm:pt modelId="{2406C7CC-971C-4924-B1F2-87C373FCBDA6}" type="pres">
      <dgm:prSet presAssocID="{10A52626-3889-41EF-938D-11D5EABACC11}" presName="textRect" presStyleLbl="revTx" presStyleIdx="1" presStyleCnt="6">
        <dgm:presLayoutVars>
          <dgm:chMax val="1"/>
          <dgm:chPref val="1"/>
        </dgm:presLayoutVars>
      </dgm:prSet>
      <dgm:spPr/>
    </dgm:pt>
    <dgm:pt modelId="{AC00CA20-059C-447B-BA55-A9714B02F732}" type="pres">
      <dgm:prSet presAssocID="{88635746-FF1D-4159-9260-76A90D39A43B}" presName="sibTrans" presStyleCnt="0"/>
      <dgm:spPr/>
    </dgm:pt>
    <dgm:pt modelId="{33C2187F-AF79-4394-85FA-890839BACF80}" type="pres">
      <dgm:prSet presAssocID="{BB51BE0A-34BB-49C6-840D-6EF29D723F1B}" presName="compNode" presStyleCnt="0"/>
      <dgm:spPr/>
    </dgm:pt>
    <dgm:pt modelId="{C59E8261-14B0-44B0-96F8-91A873F797BC}" type="pres">
      <dgm:prSet presAssocID="{BB51BE0A-34BB-49C6-840D-6EF29D723F1B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B1BAE09-844A-4019-95B8-FF4E68057CE8}" type="pres">
      <dgm:prSet presAssocID="{BB51BE0A-34BB-49C6-840D-6EF29D723F1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2D1B948-2F0D-41D9-B49D-1EA4E56042E8}" type="pres">
      <dgm:prSet presAssocID="{BB51BE0A-34BB-49C6-840D-6EF29D723F1B}" presName="spaceRect" presStyleCnt="0"/>
      <dgm:spPr/>
    </dgm:pt>
    <dgm:pt modelId="{C0B2E255-18A4-4C5C-AE35-DE0AC0627B16}" type="pres">
      <dgm:prSet presAssocID="{BB51BE0A-34BB-49C6-840D-6EF29D723F1B}" presName="textRect" presStyleLbl="revTx" presStyleIdx="2" presStyleCnt="6">
        <dgm:presLayoutVars>
          <dgm:chMax val="1"/>
          <dgm:chPref val="1"/>
        </dgm:presLayoutVars>
      </dgm:prSet>
      <dgm:spPr/>
    </dgm:pt>
    <dgm:pt modelId="{6B0F71CC-E603-4042-9953-CD016B9C508E}" type="pres">
      <dgm:prSet presAssocID="{AA3E9A30-4F3A-4E49-81C5-F51EF02DB05D}" presName="sibTrans" presStyleCnt="0"/>
      <dgm:spPr/>
    </dgm:pt>
    <dgm:pt modelId="{01E7175E-5D6A-42CF-B485-F610E26C8CD2}" type="pres">
      <dgm:prSet presAssocID="{CB7F8704-D90B-4569-BBA4-F18551FA474C}" presName="compNode" presStyleCnt="0"/>
      <dgm:spPr/>
    </dgm:pt>
    <dgm:pt modelId="{DAC5EB4D-5E5E-4278-9346-4C393D723BF7}" type="pres">
      <dgm:prSet presAssocID="{CB7F8704-D90B-4569-BBA4-F18551FA474C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1211E49-2278-4B55-A27C-0BED6A16E82B}" type="pres">
      <dgm:prSet presAssocID="{CB7F8704-D90B-4569-BBA4-F18551FA474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D33C1FA7-3324-4C4F-8AEF-A992EFA6AECA}" type="pres">
      <dgm:prSet presAssocID="{CB7F8704-D90B-4569-BBA4-F18551FA474C}" presName="spaceRect" presStyleCnt="0"/>
      <dgm:spPr/>
    </dgm:pt>
    <dgm:pt modelId="{E7588985-5299-4A1D-AA85-B2A0A3F64858}" type="pres">
      <dgm:prSet presAssocID="{CB7F8704-D90B-4569-BBA4-F18551FA474C}" presName="textRect" presStyleLbl="revTx" presStyleIdx="3" presStyleCnt="6">
        <dgm:presLayoutVars>
          <dgm:chMax val="1"/>
          <dgm:chPref val="1"/>
        </dgm:presLayoutVars>
      </dgm:prSet>
      <dgm:spPr/>
    </dgm:pt>
    <dgm:pt modelId="{D0833890-CBE4-4F5C-912E-AC38E8E5C71A}" type="pres">
      <dgm:prSet presAssocID="{5D830607-AF45-40A3-8F38-94BB7C4DE39D}" presName="sibTrans" presStyleCnt="0"/>
      <dgm:spPr/>
    </dgm:pt>
    <dgm:pt modelId="{3E12DACC-6703-4B2E-8753-52325CB72F01}" type="pres">
      <dgm:prSet presAssocID="{3E00F9EF-F436-4135-92D7-228AA9EE3883}" presName="compNode" presStyleCnt="0"/>
      <dgm:spPr/>
    </dgm:pt>
    <dgm:pt modelId="{1936CA36-5949-43B4-8824-C97D4198AD93}" type="pres">
      <dgm:prSet presAssocID="{3E00F9EF-F436-4135-92D7-228AA9EE3883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EED2A71-1850-40F7-A4DC-CF28E6043691}" type="pres">
      <dgm:prSet presAssocID="{3E00F9EF-F436-4135-92D7-228AA9EE388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5D219F48-C6C5-4F8D-9A87-F53C2F4D98C2}" type="pres">
      <dgm:prSet presAssocID="{3E00F9EF-F436-4135-92D7-228AA9EE3883}" presName="spaceRect" presStyleCnt="0"/>
      <dgm:spPr/>
    </dgm:pt>
    <dgm:pt modelId="{CF54F0EE-984B-4838-B363-59518C521FFA}" type="pres">
      <dgm:prSet presAssocID="{3E00F9EF-F436-4135-92D7-228AA9EE3883}" presName="textRect" presStyleLbl="revTx" presStyleIdx="4" presStyleCnt="6">
        <dgm:presLayoutVars>
          <dgm:chMax val="1"/>
          <dgm:chPref val="1"/>
        </dgm:presLayoutVars>
      </dgm:prSet>
      <dgm:spPr/>
    </dgm:pt>
    <dgm:pt modelId="{960F53FB-2038-4B8B-B536-957FF9B5FA14}" type="pres">
      <dgm:prSet presAssocID="{4D39C232-2207-42CB-98C5-36AF3448D756}" presName="sibTrans" presStyleCnt="0"/>
      <dgm:spPr/>
    </dgm:pt>
    <dgm:pt modelId="{6E2CF962-D8BF-480B-BB0B-4134D2725619}" type="pres">
      <dgm:prSet presAssocID="{A8754499-C571-4832-93F4-5FF128D9B3C9}" presName="compNode" presStyleCnt="0"/>
      <dgm:spPr/>
    </dgm:pt>
    <dgm:pt modelId="{6CABF48C-DD2C-4294-9071-192DE3C4469D}" type="pres">
      <dgm:prSet presAssocID="{A8754499-C571-4832-93F4-5FF128D9B3C9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CF33B6F-1312-4892-A532-79BB3E4E5E18}" type="pres">
      <dgm:prSet presAssocID="{A8754499-C571-4832-93F4-5FF128D9B3C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E7EA6C51-F6BC-4DC8-AC7D-9F4E6F2B8DDF}" type="pres">
      <dgm:prSet presAssocID="{A8754499-C571-4832-93F4-5FF128D9B3C9}" presName="spaceRect" presStyleCnt="0"/>
      <dgm:spPr/>
    </dgm:pt>
    <dgm:pt modelId="{38890210-4B8D-429D-969E-7230A895AF30}" type="pres">
      <dgm:prSet presAssocID="{A8754499-C571-4832-93F4-5FF128D9B3C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5932208-657A-44FD-8DB6-4B099D6BE679}" type="presOf" srcId="{CDD6DDF9-2488-4918-82CC-4D5E1ED79759}" destId="{014BA939-A31F-46F2-AA54-7A6E378AAE91}" srcOrd="0" destOrd="0" presId="urn:microsoft.com/office/officeart/2018/5/layout/IconLeafLabelList"/>
    <dgm:cxn modelId="{F54A9D0B-BA1C-4AF5-B2CF-2854392DF6AF}" type="presOf" srcId="{3E00F9EF-F436-4135-92D7-228AA9EE3883}" destId="{CF54F0EE-984B-4838-B363-59518C521FFA}" srcOrd="0" destOrd="0" presId="urn:microsoft.com/office/officeart/2018/5/layout/IconLeafLabelList"/>
    <dgm:cxn modelId="{8B30F82C-F08F-4EFA-A2CD-AA6F8C9A8B60}" srcId="{FDE9C73E-F829-430F-B60D-02DF64175585}" destId="{A8754499-C571-4832-93F4-5FF128D9B3C9}" srcOrd="5" destOrd="0" parTransId="{B9CD4F30-56F5-481D-9144-595D9C5D4D56}" sibTransId="{50CBF5FB-A651-4D05-8935-222390ABDB81}"/>
    <dgm:cxn modelId="{6E46A338-48F6-470D-9E7E-8242745388E8}" type="presOf" srcId="{CB7F8704-D90B-4569-BBA4-F18551FA474C}" destId="{E7588985-5299-4A1D-AA85-B2A0A3F64858}" srcOrd="0" destOrd="0" presId="urn:microsoft.com/office/officeart/2018/5/layout/IconLeafLabelList"/>
    <dgm:cxn modelId="{D3347A3F-EB1C-429E-9D71-4FEACB262710}" srcId="{FDE9C73E-F829-430F-B60D-02DF64175585}" destId="{BB51BE0A-34BB-49C6-840D-6EF29D723F1B}" srcOrd="2" destOrd="0" parTransId="{170B6C9C-FED2-4589-98C7-74CD8081D829}" sibTransId="{AA3E9A30-4F3A-4E49-81C5-F51EF02DB05D}"/>
    <dgm:cxn modelId="{318A5D51-3C77-4BEC-A582-E31210D70CA9}" type="presOf" srcId="{FDE9C73E-F829-430F-B60D-02DF64175585}" destId="{F9A1CB61-1FD9-4DE0-9FFA-52A621CEED52}" srcOrd="0" destOrd="0" presId="urn:microsoft.com/office/officeart/2018/5/layout/IconLeafLabelList"/>
    <dgm:cxn modelId="{F0BF187D-E8B2-473E-8042-33DA1C37BCDF}" srcId="{FDE9C73E-F829-430F-B60D-02DF64175585}" destId="{3E00F9EF-F436-4135-92D7-228AA9EE3883}" srcOrd="4" destOrd="0" parTransId="{E86E1FB2-E6C4-462C-8018-392650444140}" sibTransId="{4D39C232-2207-42CB-98C5-36AF3448D756}"/>
    <dgm:cxn modelId="{5D66B19A-C139-4E94-B991-C355EF8B2D94}" srcId="{FDE9C73E-F829-430F-B60D-02DF64175585}" destId="{CB7F8704-D90B-4569-BBA4-F18551FA474C}" srcOrd="3" destOrd="0" parTransId="{A59E1F3F-4591-43A9-ACD0-975A87F7831E}" sibTransId="{5D830607-AF45-40A3-8F38-94BB7C4DE39D}"/>
    <dgm:cxn modelId="{8D66E8A7-0706-4C6C-B16D-BE665A03C4ED}" srcId="{FDE9C73E-F829-430F-B60D-02DF64175585}" destId="{10A52626-3889-41EF-938D-11D5EABACC11}" srcOrd="1" destOrd="0" parTransId="{B41D9F00-27FC-4905-9609-57E5C568C3F0}" sibTransId="{88635746-FF1D-4159-9260-76A90D39A43B}"/>
    <dgm:cxn modelId="{D73925BE-FBE2-4A8A-BA04-75D55615C6C4}" type="presOf" srcId="{BB51BE0A-34BB-49C6-840D-6EF29D723F1B}" destId="{C0B2E255-18A4-4C5C-AE35-DE0AC0627B16}" srcOrd="0" destOrd="0" presId="urn:microsoft.com/office/officeart/2018/5/layout/IconLeafLabelList"/>
    <dgm:cxn modelId="{2BEE40D1-4F86-45EA-B1CF-1E64E5DA98E5}" type="presOf" srcId="{10A52626-3889-41EF-938D-11D5EABACC11}" destId="{2406C7CC-971C-4924-B1F2-87C373FCBDA6}" srcOrd="0" destOrd="0" presId="urn:microsoft.com/office/officeart/2018/5/layout/IconLeafLabelList"/>
    <dgm:cxn modelId="{53EDAAD5-BAC9-443B-9576-883E5D0F9B87}" type="presOf" srcId="{A8754499-C571-4832-93F4-5FF128D9B3C9}" destId="{38890210-4B8D-429D-969E-7230A895AF30}" srcOrd="0" destOrd="0" presId="urn:microsoft.com/office/officeart/2018/5/layout/IconLeafLabelList"/>
    <dgm:cxn modelId="{F2FE90DC-1792-4BA9-B1A9-5AD763B2629C}" srcId="{FDE9C73E-F829-430F-B60D-02DF64175585}" destId="{CDD6DDF9-2488-4918-82CC-4D5E1ED79759}" srcOrd="0" destOrd="0" parTransId="{B2DEC741-61D8-48F9-9F4F-8526BEB2CE48}" sibTransId="{595DBA60-0BDF-4C91-A8E3-D8FC7CB223B1}"/>
    <dgm:cxn modelId="{B517C9AE-CA88-4467-AE8B-50BBFAF0C6B1}" type="presParOf" srcId="{F9A1CB61-1FD9-4DE0-9FFA-52A621CEED52}" destId="{9C2526EF-AC84-4B34-A48C-216CA558683A}" srcOrd="0" destOrd="0" presId="urn:microsoft.com/office/officeart/2018/5/layout/IconLeafLabelList"/>
    <dgm:cxn modelId="{B17572BB-B210-40A1-A71C-F977829CDDF4}" type="presParOf" srcId="{9C2526EF-AC84-4B34-A48C-216CA558683A}" destId="{C8416D09-985D-4FF9-B576-94A8038188A7}" srcOrd="0" destOrd="0" presId="urn:microsoft.com/office/officeart/2018/5/layout/IconLeafLabelList"/>
    <dgm:cxn modelId="{0D44003D-8C78-4791-8347-FDDB326311E0}" type="presParOf" srcId="{9C2526EF-AC84-4B34-A48C-216CA558683A}" destId="{745927B0-5B78-4B28-BE44-13AC12BD75F6}" srcOrd="1" destOrd="0" presId="urn:microsoft.com/office/officeart/2018/5/layout/IconLeafLabelList"/>
    <dgm:cxn modelId="{43CC85AD-797C-415B-9215-7658327B84E2}" type="presParOf" srcId="{9C2526EF-AC84-4B34-A48C-216CA558683A}" destId="{03EC944A-5A71-47EF-9CD8-CAA87EB84006}" srcOrd="2" destOrd="0" presId="urn:microsoft.com/office/officeart/2018/5/layout/IconLeafLabelList"/>
    <dgm:cxn modelId="{3938F547-DEDC-457C-B765-BAF48E4EF3EF}" type="presParOf" srcId="{9C2526EF-AC84-4B34-A48C-216CA558683A}" destId="{014BA939-A31F-46F2-AA54-7A6E378AAE91}" srcOrd="3" destOrd="0" presId="urn:microsoft.com/office/officeart/2018/5/layout/IconLeafLabelList"/>
    <dgm:cxn modelId="{0FEB34F0-B9A3-46EC-BFE2-B2B5E4C04C1C}" type="presParOf" srcId="{F9A1CB61-1FD9-4DE0-9FFA-52A621CEED52}" destId="{84DB9BE1-477D-4F0F-B5A9-19DCFAF77680}" srcOrd="1" destOrd="0" presId="urn:microsoft.com/office/officeart/2018/5/layout/IconLeafLabelList"/>
    <dgm:cxn modelId="{C8594904-B2B1-4093-A71B-81531D7EE86B}" type="presParOf" srcId="{F9A1CB61-1FD9-4DE0-9FFA-52A621CEED52}" destId="{CE2E52F3-1E92-4263-90CC-AEAF23E67385}" srcOrd="2" destOrd="0" presId="urn:microsoft.com/office/officeart/2018/5/layout/IconLeafLabelList"/>
    <dgm:cxn modelId="{A0161888-A3DD-46A7-BA34-797FE14D4109}" type="presParOf" srcId="{CE2E52F3-1E92-4263-90CC-AEAF23E67385}" destId="{BE52F219-6663-41E2-A401-CB5CC23CAD6F}" srcOrd="0" destOrd="0" presId="urn:microsoft.com/office/officeart/2018/5/layout/IconLeafLabelList"/>
    <dgm:cxn modelId="{684842C7-0E50-4195-A350-5043219FB17D}" type="presParOf" srcId="{CE2E52F3-1E92-4263-90CC-AEAF23E67385}" destId="{005875CD-41D4-4028-A77B-1F5C6CF58F0D}" srcOrd="1" destOrd="0" presId="urn:microsoft.com/office/officeart/2018/5/layout/IconLeafLabelList"/>
    <dgm:cxn modelId="{36312D43-9833-4872-8CC1-93FCDD14112D}" type="presParOf" srcId="{CE2E52F3-1E92-4263-90CC-AEAF23E67385}" destId="{3134B4F1-A67B-4421-9ADB-8A3231929E56}" srcOrd="2" destOrd="0" presId="urn:microsoft.com/office/officeart/2018/5/layout/IconLeafLabelList"/>
    <dgm:cxn modelId="{25B1B5A6-7400-4DB2-93A9-6C316F2A8E81}" type="presParOf" srcId="{CE2E52F3-1E92-4263-90CC-AEAF23E67385}" destId="{2406C7CC-971C-4924-B1F2-87C373FCBDA6}" srcOrd="3" destOrd="0" presId="urn:microsoft.com/office/officeart/2018/5/layout/IconLeafLabelList"/>
    <dgm:cxn modelId="{6A6D0AB7-F7D2-451F-AC53-4D6B38359839}" type="presParOf" srcId="{F9A1CB61-1FD9-4DE0-9FFA-52A621CEED52}" destId="{AC00CA20-059C-447B-BA55-A9714B02F732}" srcOrd="3" destOrd="0" presId="urn:microsoft.com/office/officeart/2018/5/layout/IconLeafLabelList"/>
    <dgm:cxn modelId="{A8A93C62-B6E5-457E-9D40-B47BA9E0E14E}" type="presParOf" srcId="{F9A1CB61-1FD9-4DE0-9FFA-52A621CEED52}" destId="{33C2187F-AF79-4394-85FA-890839BACF80}" srcOrd="4" destOrd="0" presId="urn:microsoft.com/office/officeart/2018/5/layout/IconLeafLabelList"/>
    <dgm:cxn modelId="{F7998FD9-C6E4-47A7-8C37-AB6325904639}" type="presParOf" srcId="{33C2187F-AF79-4394-85FA-890839BACF80}" destId="{C59E8261-14B0-44B0-96F8-91A873F797BC}" srcOrd="0" destOrd="0" presId="urn:microsoft.com/office/officeart/2018/5/layout/IconLeafLabelList"/>
    <dgm:cxn modelId="{09FAED2C-F64D-4493-A16B-37539F1AD118}" type="presParOf" srcId="{33C2187F-AF79-4394-85FA-890839BACF80}" destId="{7B1BAE09-844A-4019-95B8-FF4E68057CE8}" srcOrd="1" destOrd="0" presId="urn:microsoft.com/office/officeart/2018/5/layout/IconLeafLabelList"/>
    <dgm:cxn modelId="{01D6DCD8-9278-4584-A2AF-83268AF6D0EF}" type="presParOf" srcId="{33C2187F-AF79-4394-85FA-890839BACF80}" destId="{52D1B948-2F0D-41D9-B49D-1EA4E56042E8}" srcOrd="2" destOrd="0" presId="urn:microsoft.com/office/officeart/2018/5/layout/IconLeafLabelList"/>
    <dgm:cxn modelId="{A7C42ABD-6B5C-4F7C-909C-7038D740203D}" type="presParOf" srcId="{33C2187F-AF79-4394-85FA-890839BACF80}" destId="{C0B2E255-18A4-4C5C-AE35-DE0AC0627B16}" srcOrd="3" destOrd="0" presId="urn:microsoft.com/office/officeart/2018/5/layout/IconLeafLabelList"/>
    <dgm:cxn modelId="{D16E1C21-07A9-41F7-8984-34F88DD91814}" type="presParOf" srcId="{F9A1CB61-1FD9-4DE0-9FFA-52A621CEED52}" destId="{6B0F71CC-E603-4042-9953-CD016B9C508E}" srcOrd="5" destOrd="0" presId="urn:microsoft.com/office/officeart/2018/5/layout/IconLeafLabelList"/>
    <dgm:cxn modelId="{ED2260CF-E2CE-4FA4-8ADE-08DDD63700DE}" type="presParOf" srcId="{F9A1CB61-1FD9-4DE0-9FFA-52A621CEED52}" destId="{01E7175E-5D6A-42CF-B485-F610E26C8CD2}" srcOrd="6" destOrd="0" presId="urn:microsoft.com/office/officeart/2018/5/layout/IconLeafLabelList"/>
    <dgm:cxn modelId="{01E14E60-1882-444C-AA3C-A8A918572AF2}" type="presParOf" srcId="{01E7175E-5D6A-42CF-B485-F610E26C8CD2}" destId="{DAC5EB4D-5E5E-4278-9346-4C393D723BF7}" srcOrd="0" destOrd="0" presId="urn:microsoft.com/office/officeart/2018/5/layout/IconLeafLabelList"/>
    <dgm:cxn modelId="{E41660A4-4CFD-4006-BE8E-3AB60B259273}" type="presParOf" srcId="{01E7175E-5D6A-42CF-B485-F610E26C8CD2}" destId="{E1211E49-2278-4B55-A27C-0BED6A16E82B}" srcOrd="1" destOrd="0" presId="urn:microsoft.com/office/officeart/2018/5/layout/IconLeafLabelList"/>
    <dgm:cxn modelId="{449EBBDA-0DE8-4B40-AB02-FE4DC9D58E04}" type="presParOf" srcId="{01E7175E-5D6A-42CF-B485-F610E26C8CD2}" destId="{D33C1FA7-3324-4C4F-8AEF-A992EFA6AECA}" srcOrd="2" destOrd="0" presId="urn:microsoft.com/office/officeart/2018/5/layout/IconLeafLabelList"/>
    <dgm:cxn modelId="{6C006753-AFC8-465C-B876-E032F567F3ED}" type="presParOf" srcId="{01E7175E-5D6A-42CF-B485-F610E26C8CD2}" destId="{E7588985-5299-4A1D-AA85-B2A0A3F64858}" srcOrd="3" destOrd="0" presId="urn:microsoft.com/office/officeart/2018/5/layout/IconLeafLabelList"/>
    <dgm:cxn modelId="{F4548B47-B246-4525-AD55-CE641E52FA33}" type="presParOf" srcId="{F9A1CB61-1FD9-4DE0-9FFA-52A621CEED52}" destId="{D0833890-CBE4-4F5C-912E-AC38E8E5C71A}" srcOrd="7" destOrd="0" presId="urn:microsoft.com/office/officeart/2018/5/layout/IconLeafLabelList"/>
    <dgm:cxn modelId="{9A7C4E62-558F-4EA1-B9C7-1382D07C2AD9}" type="presParOf" srcId="{F9A1CB61-1FD9-4DE0-9FFA-52A621CEED52}" destId="{3E12DACC-6703-4B2E-8753-52325CB72F01}" srcOrd="8" destOrd="0" presId="urn:microsoft.com/office/officeart/2018/5/layout/IconLeafLabelList"/>
    <dgm:cxn modelId="{F3265D95-65EA-444C-B991-1B192A73A36F}" type="presParOf" srcId="{3E12DACC-6703-4B2E-8753-52325CB72F01}" destId="{1936CA36-5949-43B4-8824-C97D4198AD93}" srcOrd="0" destOrd="0" presId="urn:microsoft.com/office/officeart/2018/5/layout/IconLeafLabelList"/>
    <dgm:cxn modelId="{DDCA2421-216F-4B4E-8CEC-4085A44156BE}" type="presParOf" srcId="{3E12DACC-6703-4B2E-8753-52325CB72F01}" destId="{DEED2A71-1850-40F7-A4DC-CF28E6043691}" srcOrd="1" destOrd="0" presId="urn:microsoft.com/office/officeart/2018/5/layout/IconLeafLabelList"/>
    <dgm:cxn modelId="{6D327719-8452-439C-AD7E-6E1144A940E6}" type="presParOf" srcId="{3E12DACC-6703-4B2E-8753-52325CB72F01}" destId="{5D219F48-C6C5-4F8D-9A87-F53C2F4D98C2}" srcOrd="2" destOrd="0" presId="urn:microsoft.com/office/officeart/2018/5/layout/IconLeafLabelList"/>
    <dgm:cxn modelId="{7BA17124-54E9-47FA-B36A-EE343B44262F}" type="presParOf" srcId="{3E12DACC-6703-4B2E-8753-52325CB72F01}" destId="{CF54F0EE-984B-4838-B363-59518C521FFA}" srcOrd="3" destOrd="0" presId="urn:microsoft.com/office/officeart/2018/5/layout/IconLeafLabelList"/>
    <dgm:cxn modelId="{57065CC1-DC46-4C8F-8FF7-604995C25F87}" type="presParOf" srcId="{F9A1CB61-1FD9-4DE0-9FFA-52A621CEED52}" destId="{960F53FB-2038-4B8B-B536-957FF9B5FA14}" srcOrd="9" destOrd="0" presId="urn:microsoft.com/office/officeart/2018/5/layout/IconLeafLabelList"/>
    <dgm:cxn modelId="{E4AE70C3-2FE2-4B1B-8FFB-133E42702E83}" type="presParOf" srcId="{F9A1CB61-1FD9-4DE0-9FFA-52A621CEED52}" destId="{6E2CF962-D8BF-480B-BB0B-4134D2725619}" srcOrd="10" destOrd="0" presId="urn:microsoft.com/office/officeart/2018/5/layout/IconLeafLabelList"/>
    <dgm:cxn modelId="{9A569182-5ECF-474C-868E-99AA91C91715}" type="presParOf" srcId="{6E2CF962-D8BF-480B-BB0B-4134D2725619}" destId="{6CABF48C-DD2C-4294-9071-192DE3C4469D}" srcOrd="0" destOrd="0" presId="urn:microsoft.com/office/officeart/2018/5/layout/IconLeafLabelList"/>
    <dgm:cxn modelId="{97B56895-6623-4FE3-A126-EC25F631F1DF}" type="presParOf" srcId="{6E2CF962-D8BF-480B-BB0B-4134D2725619}" destId="{5CF33B6F-1312-4892-A532-79BB3E4E5E18}" srcOrd="1" destOrd="0" presId="urn:microsoft.com/office/officeart/2018/5/layout/IconLeafLabelList"/>
    <dgm:cxn modelId="{F4777567-4135-45F5-87F8-D968FB819697}" type="presParOf" srcId="{6E2CF962-D8BF-480B-BB0B-4134D2725619}" destId="{E7EA6C51-F6BC-4DC8-AC7D-9F4E6F2B8DDF}" srcOrd="2" destOrd="0" presId="urn:microsoft.com/office/officeart/2018/5/layout/IconLeafLabelList"/>
    <dgm:cxn modelId="{E921266B-6244-48E3-A22C-81732E388133}" type="presParOf" srcId="{6E2CF962-D8BF-480B-BB0B-4134D2725619}" destId="{38890210-4B8D-429D-969E-7230A895AF3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54414C-7BB9-4A89-8662-6DE7321389F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119083-08DF-4820-A9DF-642606CD6A64}">
      <dgm:prSet/>
      <dgm:spPr/>
      <dgm:t>
        <a:bodyPr/>
        <a:lstStyle/>
        <a:p>
          <a:r>
            <a:rPr lang="en-US" b="1"/>
            <a:t>Seasonal &amp; Weekly Patterns</a:t>
          </a:r>
          <a:endParaRPr lang="en-US"/>
        </a:p>
      </dgm:t>
    </dgm:pt>
    <dgm:pt modelId="{D66E39C6-D282-4B1E-A605-4A7BF8D6079D}" type="parTrans" cxnId="{B1566BF4-4C6B-4BAE-B0A4-BCE409B7F4B4}">
      <dgm:prSet/>
      <dgm:spPr/>
      <dgm:t>
        <a:bodyPr/>
        <a:lstStyle/>
        <a:p>
          <a:endParaRPr lang="en-US"/>
        </a:p>
      </dgm:t>
    </dgm:pt>
    <dgm:pt modelId="{BFF839E3-242F-4DDC-9D82-98844E8A3887}" type="sibTrans" cxnId="{B1566BF4-4C6B-4BAE-B0A4-BCE409B7F4B4}">
      <dgm:prSet/>
      <dgm:spPr/>
      <dgm:t>
        <a:bodyPr/>
        <a:lstStyle/>
        <a:p>
          <a:endParaRPr lang="en-US"/>
        </a:p>
      </dgm:t>
    </dgm:pt>
    <dgm:pt modelId="{9585B295-E4C6-4957-8491-423C39EA0615}">
      <dgm:prSet/>
      <dgm:spPr/>
      <dgm:t>
        <a:bodyPr/>
        <a:lstStyle/>
        <a:p>
          <a:r>
            <a:rPr lang="en-US" b="1"/>
            <a:t>Winter: $0.29M total impact</a:t>
          </a:r>
          <a:endParaRPr lang="en-US"/>
        </a:p>
      </dgm:t>
    </dgm:pt>
    <dgm:pt modelId="{1CB0F054-6734-42A7-A803-B878DA5D08F8}" type="parTrans" cxnId="{89589032-8DD6-47FF-AF54-D7BED14B0D8C}">
      <dgm:prSet/>
      <dgm:spPr/>
      <dgm:t>
        <a:bodyPr/>
        <a:lstStyle/>
        <a:p>
          <a:endParaRPr lang="en-US"/>
        </a:p>
      </dgm:t>
    </dgm:pt>
    <dgm:pt modelId="{BE0B8C13-DD13-4AB1-B40A-46B7D676D2DB}" type="sibTrans" cxnId="{89589032-8DD6-47FF-AF54-D7BED14B0D8C}">
      <dgm:prSet/>
      <dgm:spPr/>
      <dgm:t>
        <a:bodyPr/>
        <a:lstStyle/>
        <a:p>
          <a:endParaRPr lang="en-US"/>
        </a:p>
      </dgm:t>
    </dgm:pt>
    <dgm:pt modelId="{BE9C5049-B286-4D6B-A302-44FCF624E492}">
      <dgm:prSet/>
      <dgm:spPr/>
      <dgm:t>
        <a:bodyPr/>
        <a:lstStyle/>
        <a:p>
          <a:r>
            <a:rPr lang="en-US"/>
            <a:t>Highest seasonal cost - flu season preparation critical</a:t>
          </a:r>
        </a:p>
      </dgm:t>
    </dgm:pt>
    <dgm:pt modelId="{8573F44A-A6AB-4AA7-ADC8-2E3F46F9A085}" type="parTrans" cxnId="{179585F0-9C4D-4965-830A-EFE9F3E2D65D}">
      <dgm:prSet/>
      <dgm:spPr/>
      <dgm:t>
        <a:bodyPr/>
        <a:lstStyle/>
        <a:p>
          <a:endParaRPr lang="en-US"/>
        </a:p>
      </dgm:t>
    </dgm:pt>
    <dgm:pt modelId="{E5DD0D01-612B-467E-87DC-B1A5CDF69799}" type="sibTrans" cxnId="{179585F0-9C4D-4965-830A-EFE9F3E2D65D}">
      <dgm:prSet/>
      <dgm:spPr/>
      <dgm:t>
        <a:bodyPr/>
        <a:lstStyle/>
        <a:p>
          <a:endParaRPr lang="en-US"/>
        </a:p>
      </dgm:t>
    </dgm:pt>
    <dgm:pt modelId="{B0363762-13DB-4542-AF0C-19091FEB977F}">
      <dgm:prSet/>
      <dgm:spPr/>
      <dgm:t>
        <a:bodyPr/>
        <a:lstStyle/>
        <a:p>
          <a:r>
            <a:rPr lang="en-US" b="1"/>
            <a:t>Monday: 29% of weekly costs</a:t>
          </a:r>
          <a:endParaRPr lang="en-US"/>
        </a:p>
      </dgm:t>
    </dgm:pt>
    <dgm:pt modelId="{3E9ADAEF-2F2C-4AF1-AD22-522221F9029A}" type="parTrans" cxnId="{012749C2-DB9C-44D3-90C1-ECF1F3946243}">
      <dgm:prSet/>
      <dgm:spPr/>
      <dgm:t>
        <a:bodyPr/>
        <a:lstStyle/>
        <a:p>
          <a:endParaRPr lang="en-US"/>
        </a:p>
      </dgm:t>
    </dgm:pt>
    <dgm:pt modelId="{C4F45B29-93B7-4D99-8A7E-908096C83017}" type="sibTrans" cxnId="{012749C2-DB9C-44D3-90C1-ECF1F3946243}">
      <dgm:prSet/>
      <dgm:spPr/>
      <dgm:t>
        <a:bodyPr/>
        <a:lstStyle/>
        <a:p>
          <a:endParaRPr lang="en-US"/>
        </a:p>
      </dgm:t>
    </dgm:pt>
    <dgm:pt modelId="{C98FD9F0-0C9F-412A-84FA-99A7F31E8B44}">
      <dgm:prSet/>
      <dgm:spPr/>
      <dgm:t>
        <a:bodyPr/>
        <a:lstStyle/>
        <a:p>
          <a:r>
            <a:rPr lang="en-US"/>
            <a:t>Strategic staffing adjustments needed</a:t>
          </a:r>
        </a:p>
      </dgm:t>
    </dgm:pt>
    <dgm:pt modelId="{EC80CBA2-66A9-4BA4-AD67-A8B4FF4C0F77}" type="parTrans" cxnId="{3E5D056A-72FB-4F08-BC1E-6E0B8A438D71}">
      <dgm:prSet/>
      <dgm:spPr/>
      <dgm:t>
        <a:bodyPr/>
        <a:lstStyle/>
        <a:p>
          <a:endParaRPr lang="en-US"/>
        </a:p>
      </dgm:t>
    </dgm:pt>
    <dgm:pt modelId="{3DD5A637-82D9-45AB-9209-B1744923FE0E}" type="sibTrans" cxnId="{3E5D056A-72FB-4F08-BC1E-6E0B8A438D71}">
      <dgm:prSet/>
      <dgm:spPr/>
      <dgm:t>
        <a:bodyPr/>
        <a:lstStyle/>
        <a:p>
          <a:endParaRPr lang="en-US"/>
        </a:p>
      </dgm:t>
    </dgm:pt>
    <dgm:pt modelId="{FA311753-B478-423C-9812-363B0FAA2659}">
      <dgm:prSet/>
      <dgm:spPr/>
      <dgm:t>
        <a:bodyPr/>
        <a:lstStyle/>
        <a:p>
          <a:r>
            <a:rPr lang="en-US" b="1"/>
            <a:t>Monthly Cost Range</a:t>
          </a:r>
          <a:endParaRPr lang="en-US"/>
        </a:p>
      </dgm:t>
    </dgm:pt>
    <dgm:pt modelId="{9A3BF10A-925F-42AE-AD04-DD7F9E541533}" type="parTrans" cxnId="{8154D2D5-3F5F-424D-8202-5C30F5239485}">
      <dgm:prSet/>
      <dgm:spPr/>
      <dgm:t>
        <a:bodyPr/>
        <a:lstStyle/>
        <a:p>
          <a:endParaRPr lang="en-US"/>
        </a:p>
      </dgm:t>
    </dgm:pt>
    <dgm:pt modelId="{ACAB9108-CD44-4DDA-BF42-0B508AD47934}" type="sibTrans" cxnId="{8154D2D5-3F5F-424D-8202-5C30F5239485}">
      <dgm:prSet/>
      <dgm:spPr/>
      <dgm:t>
        <a:bodyPr/>
        <a:lstStyle/>
        <a:p>
          <a:endParaRPr lang="en-US"/>
        </a:p>
      </dgm:t>
    </dgm:pt>
    <dgm:pt modelId="{7EE698CC-7A78-4B5A-B2A9-256D494CCDA5}">
      <dgm:prSet/>
      <dgm:spPr/>
      <dgm:t>
        <a:bodyPr/>
        <a:lstStyle/>
        <a:p>
          <a:r>
            <a:rPr lang="en-US"/>
            <a:t>Apr: $53.4M | Aug: $16.2M | Dec: $14.9M (Total: $804M across 3 months)</a:t>
          </a:r>
        </a:p>
      </dgm:t>
    </dgm:pt>
    <dgm:pt modelId="{C4735089-6271-4F14-B6D2-078D0BB77A81}" type="parTrans" cxnId="{426F7C1D-B903-4B74-A6CE-D3527353291C}">
      <dgm:prSet/>
      <dgm:spPr/>
      <dgm:t>
        <a:bodyPr/>
        <a:lstStyle/>
        <a:p>
          <a:endParaRPr lang="en-US"/>
        </a:p>
      </dgm:t>
    </dgm:pt>
    <dgm:pt modelId="{2AACD2FA-19DA-48BB-8F9D-68E6382B28C6}" type="sibTrans" cxnId="{426F7C1D-B903-4B74-A6CE-D3527353291C}">
      <dgm:prSet/>
      <dgm:spPr/>
      <dgm:t>
        <a:bodyPr/>
        <a:lstStyle/>
        <a:p>
          <a:endParaRPr lang="en-US"/>
        </a:p>
      </dgm:t>
    </dgm:pt>
    <dgm:pt modelId="{E6706256-094E-4516-A866-4DBD95EB5DAB}">
      <dgm:prSet/>
      <dgm:spPr/>
      <dgm:t>
        <a:bodyPr/>
        <a:lstStyle/>
        <a:p>
          <a:r>
            <a:rPr lang="en-US" b="1"/>
            <a:t>Decision-Making Implications</a:t>
          </a:r>
          <a:endParaRPr lang="en-US"/>
        </a:p>
      </dgm:t>
    </dgm:pt>
    <dgm:pt modelId="{0A1482D5-CFF3-4F2D-8C48-6FF6151D401C}" type="parTrans" cxnId="{26C48279-BFFC-4F79-BEF5-7A73512854B9}">
      <dgm:prSet/>
      <dgm:spPr/>
      <dgm:t>
        <a:bodyPr/>
        <a:lstStyle/>
        <a:p>
          <a:endParaRPr lang="en-US"/>
        </a:p>
      </dgm:t>
    </dgm:pt>
    <dgm:pt modelId="{79BC36E4-E286-4486-AD7F-12CCC5EAEE8B}" type="sibTrans" cxnId="{26C48279-BFFC-4F79-BEF5-7A73512854B9}">
      <dgm:prSet/>
      <dgm:spPr/>
      <dgm:t>
        <a:bodyPr/>
        <a:lstStyle/>
        <a:p>
          <a:endParaRPr lang="en-US"/>
        </a:p>
      </dgm:t>
    </dgm:pt>
    <dgm:pt modelId="{BBCABF11-CE46-49B1-8D42-64AF7F6F6B63}">
      <dgm:prSet/>
      <dgm:spPr/>
      <dgm:t>
        <a:bodyPr/>
        <a:lstStyle/>
        <a:p>
          <a:r>
            <a:rPr lang="en-US"/>
            <a:t>✓ Predictive scheduling: Increase staffing buffer for Mondays and winter months</a:t>
          </a:r>
        </a:p>
      </dgm:t>
    </dgm:pt>
    <dgm:pt modelId="{EDEADB06-FEBA-4961-BFBB-648D399AF5AB}" type="parTrans" cxnId="{DB05174B-34C7-466A-85F8-EDAABB580375}">
      <dgm:prSet/>
      <dgm:spPr/>
      <dgm:t>
        <a:bodyPr/>
        <a:lstStyle/>
        <a:p>
          <a:endParaRPr lang="en-US"/>
        </a:p>
      </dgm:t>
    </dgm:pt>
    <dgm:pt modelId="{CB56AEBE-96E6-402E-9B32-06399C16D081}" type="sibTrans" cxnId="{DB05174B-34C7-466A-85F8-EDAABB580375}">
      <dgm:prSet/>
      <dgm:spPr/>
      <dgm:t>
        <a:bodyPr/>
        <a:lstStyle/>
        <a:p>
          <a:endParaRPr lang="en-US"/>
        </a:p>
      </dgm:t>
    </dgm:pt>
    <dgm:pt modelId="{80E17BDA-B87E-414E-BE0B-A41D6208262E}">
      <dgm:prSet/>
      <dgm:spPr/>
      <dgm:t>
        <a:bodyPr/>
        <a:lstStyle/>
        <a:p>
          <a:r>
            <a:rPr lang="en-US"/>
            <a:t>✓ Resource allocation: Focus wellness programs during high-impact periods</a:t>
          </a:r>
        </a:p>
      </dgm:t>
    </dgm:pt>
    <dgm:pt modelId="{1CB60FBD-C781-41D3-B20B-2F8788B4A028}" type="parTrans" cxnId="{24E10F96-CE32-4896-979C-4D27AA38E8D9}">
      <dgm:prSet/>
      <dgm:spPr/>
      <dgm:t>
        <a:bodyPr/>
        <a:lstStyle/>
        <a:p>
          <a:endParaRPr lang="en-US"/>
        </a:p>
      </dgm:t>
    </dgm:pt>
    <dgm:pt modelId="{EB4996EF-B196-4B73-840F-919C57F98B47}" type="sibTrans" cxnId="{24E10F96-CE32-4896-979C-4D27AA38E8D9}">
      <dgm:prSet/>
      <dgm:spPr/>
      <dgm:t>
        <a:bodyPr/>
        <a:lstStyle/>
        <a:p>
          <a:endParaRPr lang="en-US"/>
        </a:p>
      </dgm:t>
    </dgm:pt>
    <dgm:pt modelId="{3EF69481-BF16-49E3-A913-E167B762AE2E}">
      <dgm:prSet/>
      <dgm:spPr/>
      <dgm:t>
        <a:bodyPr/>
        <a:lstStyle/>
        <a:p>
          <a:r>
            <a:rPr lang="en-US"/>
            <a:t>✓ Financial planning: Budget $200K-$300K quarterly for absence-related costs</a:t>
          </a:r>
        </a:p>
      </dgm:t>
    </dgm:pt>
    <dgm:pt modelId="{32EBFD7D-C84D-407C-A158-CDDA0F1E3004}" type="parTrans" cxnId="{48D902DB-6FB4-41E2-93B6-63B6571EE3C7}">
      <dgm:prSet/>
      <dgm:spPr/>
      <dgm:t>
        <a:bodyPr/>
        <a:lstStyle/>
        <a:p>
          <a:endParaRPr lang="en-US"/>
        </a:p>
      </dgm:t>
    </dgm:pt>
    <dgm:pt modelId="{ABC60471-B776-4B80-8075-B79CE70527E1}" type="sibTrans" cxnId="{48D902DB-6FB4-41E2-93B6-63B6571EE3C7}">
      <dgm:prSet/>
      <dgm:spPr/>
      <dgm:t>
        <a:bodyPr/>
        <a:lstStyle/>
        <a:p>
          <a:endParaRPr lang="en-US"/>
        </a:p>
      </dgm:t>
    </dgm:pt>
    <dgm:pt modelId="{EAFD977C-AD66-4432-B9F1-7E8B32A209AA}" type="pres">
      <dgm:prSet presAssocID="{E554414C-7BB9-4A89-8662-6DE7321389F9}" presName="linear" presStyleCnt="0">
        <dgm:presLayoutVars>
          <dgm:animLvl val="lvl"/>
          <dgm:resizeHandles val="exact"/>
        </dgm:presLayoutVars>
      </dgm:prSet>
      <dgm:spPr/>
    </dgm:pt>
    <dgm:pt modelId="{43BFF5AC-402B-47CF-8E99-9B1DD101884A}" type="pres">
      <dgm:prSet presAssocID="{7A119083-08DF-4820-A9DF-642606CD6A6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0F31FADD-C7DF-41A8-AA9C-A2CEF26F0532}" type="pres">
      <dgm:prSet presAssocID="{BFF839E3-242F-4DDC-9D82-98844E8A3887}" presName="spacer" presStyleCnt="0"/>
      <dgm:spPr/>
    </dgm:pt>
    <dgm:pt modelId="{E27D877B-E540-490E-8D43-BF3F35745548}" type="pres">
      <dgm:prSet presAssocID="{9585B295-E4C6-4957-8491-423C39EA061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68A22D7-75C8-4443-981E-12B6A614318F}" type="pres">
      <dgm:prSet presAssocID="{9585B295-E4C6-4957-8491-423C39EA0615}" presName="childText" presStyleLbl="revTx" presStyleIdx="0" presStyleCnt="3">
        <dgm:presLayoutVars>
          <dgm:bulletEnabled val="1"/>
        </dgm:presLayoutVars>
      </dgm:prSet>
      <dgm:spPr/>
    </dgm:pt>
    <dgm:pt modelId="{3B9BB2CE-E0B2-42B4-9F00-43BE25E825FE}" type="pres">
      <dgm:prSet presAssocID="{B0363762-13DB-4542-AF0C-19091FEB977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2852DBF-F746-4C7A-B36E-F1600EAB9A04}" type="pres">
      <dgm:prSet presAssocID="{B0363762-13DB-4542-AF0C-19091FEB977F}" presName="childText" presStyleLbl="revTx" presStyleIdx="1" presStyleCnt="3">
        <dgm:presLayoutVars>
          <dgm:bulletEnabled val="1"/>
        </dgm:presLayoutVars>
      </dgm:prSet>
      <dgm:spPr/>
    </dgm:pt>
    <dgm:pt modelId="{9D97560E-C416-4428-A9D5-E0E39E04D305}" type="pres">
      <dgm:prSet presAssocID="{FA311753-B478-423C-9812-363B0FAA265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C0249E69-4A97-4F42-A9F0-90FED3F84A1A}" type="pres">
      <dgm:prSet presAssocID="{FA311753-B478-423C-9812-363B0FAA2659}" presName="childText" presStyleLbl="revTx" presStyleIdx="2" presStyleCnt="3">
        <dgm:presLayoutVars>
          <dgm:bulletEnabled val="1"/>
        </dgm:presLayoutVars>
      </dgm:prSet>
      <dgm:spPr/>
    </dgm:pt>
    <dgm:pt modelId="{0D1F2E03-8C0B-4D0B-9AB5-88831EE39D4C}" type="pres">
      <dgm:prSet presAssocID="{E6706256-094E-4516-A866-4DBD95EB5DAB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489BCFA-D614-4D3E-A6FB-91E9EC624687}" type="pres">
      <dgm:prSet presAssocID="{79BC36E4-E286-4486-AD7F-12CCC5EAEE8B}" presName="spacer" presStyleCnt="0"/>
      <dgm:spPr/>
    </dgm:pt>
    <dgm:pt modelId="{0B9FD2A1-2A85-4057-8028-415BC34A1B3C}" type="pres">
      <dgm:prSet presAssocID="{BBCABF11-CE46-49B1-8D42-64AF7F6F6B63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4ED3EFB5-60B1-4AA7-928F-8AEAED93B58B}" type="pres">
      <dgm:prSet presAssocID="{CB56AEBE-96E6-402E-9B32-06399C16D081}" presName="spacer" presStyleCnt="0"/>
      <dgm:spPr/>
    </dgm:pt>
    <dgm:pt modelId="{832EFD3F-7730-4107-846B-534BD9B4ABEF}" type="pres">
      <dgm:prSet presAssocID="{80E17BDA-B87E-414E-BE0B-A41D6208262E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249F6860-2332-4648-B4E6-1A25D3CB2A19}" type="pres">
      <dgm:prSet presAssocID="{EB4996EF-B196-4B73-840F-919C57F98B47}" presName="spacer" presStyleCnt="0"/>
      <dgm:spPr/>
    </dgm:pt>
    <dgm:pt modelId="{265EDFF6-47E5-47EA-BC45-B92EFAF81067}" type="pres">
      <dgm:prSet presAssocID="{3EF69481-BF16-49E3-A913-E167B762AE2E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426F7C1D-B903-4B74-A6CE-D3527353291C}" srcId="{FA311753-B478-423C-9812-363B0FAA2659}" destId="{7EE698CC-7A78-4B5A-B2A9-256D494CCDA5}" srcOrd="0" destOrd="0" parTransId="{C4735089-6271-4F14-B6D2-078D0BB77A81}" sibTransId="{2AACD2FA-19DA-48BB-8F9D-68E6382B28C6}"/>
    <dgm:cxn modelId="{89589032-8DD6-47FF-AF54-D7BED14B0D8C}" srcId="{E554414C-7BB9-4A89-8662-6DE7321389F9}" destId="{9585B295-E4C6-4957-8491-423C39EA0615}" srcOrd="1" destOrd="0" parTransId="{1CB0F054-6734-42A7-A803-B878DA5D08F8}" sibTransId="{BE0B8C13-DD13-4AB1-B40A-46B7D676D2DB}"/>
    <dgm:cxn modelId="{9F8F2C69-7CB6-41CB-8DE9-5DE0569DBF3A}" type="presOf" srcId="{C98FD9F0-0C9F-412A-84FA-99A7F31E8B44}" destId="{12852DBF-F746-4C7A-B36E-F1600EAB9A04}" srcOrd="0" destOrd="0" presId="urn:microsoft.com/office/officeart/2005/8/layout/vList2"/>
    <dgm:cxn modelId="{3E5D056A-72FB-4F08-BC1E-6E0B8A438D71}" srcId="{B0363762-13DB-4542-AF0C-19091FEB977F}" destId="{C98FD9F0-0C9F-412A-84FA-99A7F31E8B44}" srcOrd="0" destOrd="0" parTransId="{EC80CBA2-66A9-4BA4-AD67-A8B4FF4C0F77}" sibTransId="{3DD5A637-82D9-45AB-9209-B1744923FE0E}"/>
    <dgm:cxn modelId="{DB05174B-34C7-466A-85F8-EDAABB580375}" srcId="{E554414C-7BB9-4A89-8662-6DE7321389F9}" destId="{BBCABF11-CE46-49B1-8D42-64AF7F6F6B63}" srcOrd="5" destOrd="0" parTransId="{EDEADB06-FEBA-4961-BFBB-648D399AF5AB}" sibTransId="{CB56AEBE-96E6-402E-9B32-06399C16D081}"/>
    <dgm:cxn modelId="{4DA04C6E-7C6C-4FF9-A3DF-8BAD5B46F0F9}" type="presOf" srcId="{E6706256-094E-4516-A866-4DBD95EB5DAB}" destId="{0D1F2E03-8C0B-4D0B-9AB5-88831EE39D4C}" srcOrd="0" destOrd="0" presId="urn:microsoft.com/office/officeart/2005/8/layout/vList2"/>
    <dgm:cxn modelId="{91674D4F-3FB4-4B21-9CA8-2461659C26ED}" type="presOf" srcId="{FA311753-B478-423C-9812-363B0FAA2659}" destId="{9D97560E-C416-4428-A9D5-E0E39E04D305}" srcOrd="0" destOrd="0" presId="urn:microsoft.com/office/officeart/2005/8/layout/vList2"/>
    <dgm:cxn modelId="{26C48279-BFFC-4F79-BEF5-7A73512854B9}" srcId="{E554414C-7BB9-4A89-8662-6DE7321389F9}" destId="{E6706256-094E-4516-A866-4DBD95EB5DAB}" srcOrd="4" destOrd="0" parTransId="{0A1482D5-CFF3-4F2D-8C48-6FF6151D401C}" sibTransId="{79BC36E4-E286-4486-AD7F-12CCC5EAEE8B}"/>
    <dgm:cxn modelId="{8314E988-5E9B-41E4-9C3F-D03CB212BC59}" type="presOf" srcId="{E554414C-7BB9-4A89-8662-6DE7321389F9}" destId="{EAFD977C-AD66-4432-B9F1-7E8B32A209AA}" srcOrd="0" destOrd="0" presId="urn:microsoft.com/office/officeart/2005/8/layout/vList2"/>
    <dgm:cxn modelId="{24E10F96-CE32-4896-979C-4D27AA38E8D9}" srcId="{E554414C-7BB9-4A89-8662-6DE7321389F9}" destId="{80E17BDA-B87E-414E-BE0B-A41D6208262E}" srcOrd="6" destOrd="0" parTransId="{1CB60FBD-C781-41D3-B20B-2F8788B4A028}" sibTransId="{EB4996EF-B196-4B73-840F-919C57F98B47}"/>
    <dgm:cxn modelId="{1D4C78BC-4803-4052-8EA1-69E1A8949DD9}" type="presOf" srcId="{BE9C5049-B286-4D6B-A302-44FCF624E492}" destId="{168A22D7-75C8-4443-981E-12B6A614318F}" srcOrd="0" destOrd="0" presId="urn:microsoft.com/office/officeart/2005/8/layout/vList2"/>
    <dgm:cxn modelId="{13144DBD-1389-4421-A7FC-177CA9BFDBD3}" type="presOf" srcId="{7EE698CC-7A78-4B5A-B2A9-256D494CCDA5}" destId="{C0249E69-4A97-4F42-A9F0-90FED3F84A1A}" srcOrd="0" destOrd="0" presId="urn:microsoft.com/office/officeart/2005/8/layout/vList2"/>
    <dgm:cxn modelId="{012749C2-DB9C-44D3-90C1-ECF1F3946243}" srcId="{E554414C-7BB9-4A89-8662-6DE7321389F9}" destId="{B0363762-13DB-4542-AF0C-19091FEB977F}" srcOrd="2" destOrd="0" parTransId="{3E9ADAEF-2F2C-4AF1-AD22-522221F9029A}" sibTransId="{C4F45B29-93B7-4D99-8A7E-908096C83017}"/>
    <dgm:cxn modelId="{8154D2D5-3F5F-424D-8202-5C30F5239485}" srcId="{E554414C-7BB9-4A89-8662-6DE7321389F9}" destId="{FA311753-B478-423C-9812-363B0FAA2659}" srcOrd="3" destOrd="0" parTransId="{9A3BF10A-925F-42AE-AD04-DD7F9E541533}" sibTransId="{ACAB9108-CD44-4DDA-BF42-0B508AD47934}"/>
    <dgm:cxn modelId="{36C216DA-3BF8-48CA-8588-FE9CA117CD4B}" type="presOf" srcId="{9585B295-E4C6-4957-8491-423C39EA0615}" destId="{E27D877B-E540-490E-8D43-BF3F35745548}" srcOrd="0" destOrd="0" presId="urn:microsoft.com/office/officeart/2005/8/layout/vList2"/>
    <dgm:cxn modelId="{48D902DB-6FB4-41E2-93B6-63B6571EE3C7}" srcId="{E554414C-7BB9-4A89-8662-6DE7321389F9}" destId="{3EF69481-BF16-49E3-A913-E167B762AE2E}" srcOrd="7" destOrd="0" parTransId="{32EBFD7D-C84D-407C-A158-CDDA0F1E3004}" sibTransId="{ABC60471-B776-4B80-8075-B79CE70527E1}"/>
    <dgm:cxn modelId="{AE002CDB-DF66-4A8F-9A11-EAD8235DFD76}" type="presOf" srcId="{BBCABF11-CE46-49B1-8D42-64AF7F6F6B63}" destId="{0B9FD2A1-2A85-4057-8028-415BC34A1B3C}" srcOrd="0" destOrd="0" presId="urn:microsoft.com/office/officeart/2005/8/layout/vList2"/>
    <dgm:cxn modelId="{AC5068E0-D466-4F61-A093-03D854873892}" type="presOf" srcId="{7A119083-08DF-4820-A9DF-642606CD6A64}" destId="{43BFF5AC-402B-47CF-8E99-9B1DD101884A}" srcOrd="0" destOrd="0" presId="urn:microsoft.com/office/officeart/2005/8/layout/vList2"/>
    <dgm:cxn modelId="{EBD180ED-2004-4CF4-8811-5F2053EAA829}" type="presOf" srcId="{B0363762-13DB-4542-AF0C-19091FEB977F}" destId="{3B9BB2CE-E0B2-42B4-9F00-43BE25E825FE}" srcOrd="0" destOrd="0" presId="urn:microsoft.com/office/officeart/2005/8/layout/vList2"/>
    <dgm:cxn modelId="{179585F0-9C4D-4965-830A-EFE9F3E2D65D}" srcId="{9585B295-E4C6-4957-8491-423C39EA0615}" destId="{BE9C5049-B286-4D6B-A302-44FCF624E492}" srcOrd="0" destOrd="0" parTransId="{8573F44A-A6AB-4AA7-ADC8-2E3F46F9A085}" sibTransId="{E5DD0D01-612B-467E-87DC-B1A5CDF69799}"/>
    <dgm:cxn modelId="{B1566BF4-4C6B-4BAE-B0A4-BCE409B7F4B4}" srcId="{E554414C-7BB9-4A89-8662-6DE7321389F9}" destId="{7A119083-08DF-4820-A9DF-642606CD6A64}" srcOrd="0" destOrd="0" parTransId="{D66E39C6-D282-4B1E-A605-4A7BF8D6079D}" sibTransId="{BFF839E3-242F-4DDC-9D82-98844E8A3887}"/>
    <dgm:cxn modelId="{C76CDCFC-8875-4ED5-A4C9-2AC63EFD9844}" type="presOf" srcId="{80E17BDA-B87E-414E-BE0B-A41D6208262E}" destId="{832EFD3F-7730-4107-846B-534BD9B4ABEF}" srcOrd="0" destOrd="0" presId="urn:microsoft.com/office/officeart/2005/8/layout/vList2"/>
    <dgm:cxn modelId="{DA622FFD-BCC1-4117-BC66-D638D6A78D0A}" type="presOf" srcId="{3EF69481-BF16-49E3-A913-E167B762AE2E}" destId="{265EDFF6-47E5-47EA-BC45-B92EFAF81067}" srcOrd="0" destOrd="0" presId="urn:microsoft.com/office/officeart/2005/8/layout/vList2"/>
    <dgm:cxn modelId="{FB699F9C-9238-4C1A-91C7-B722520B8950}" type="presParOf" srcId="{EAFD977C-AD66-4432-B9F1-7E8B32A209AA}" destId="{43BFF5AC-402B-47CF-8E99-9B1DD101884A}" srcOrd="0" destOrd="0" presId="urn:microsoft.com/office/officeart/2005/8/layout/vList2"/>
    <dgm:cxn modelId="{FEEAC39B-D0EB-4442-A666-7DE87A6AF3E9}" type="presParOf" srcId="{EAFD977C-AD66-4432-B9F1-7E8B32A209AA}" destId="{0F31FADD-C7DF-41A8-AA9C-A2CEF26F0532}" srcOrd="1" destOrd="0" presId="urn:microsoft.com/office/officeart/2005/8/layout/vList2"/>
    <dgm:cxn modelId="{A9DF50FF-D08D-4F8E-BDE9-E7B46DAAA31E}" type="presParOf" srcId="{EAFD977C-AD66-4432-B9F1-7E8B32A209AA}" destId="{E27D877B-E540-490E-8D43-BF3F35745548}" srcOrd="2" destOrd="0" presId="urn:microsoft.com/office/officeart/2005/8/layout/vList2"/>
    <dgm:cxn modelId="{582A5C03-0F00-4EFD-8E00-333BE264E8B6}" type="presParOf" srcId="{EAFD977C-AD66-4432-B9F1-7E8B32A209AA}" destId="{168A22D7-75C8-4443-981E-12B6A614318F}" srcOrd="3" destOrd="0" presId="urn:microsoft.com/office/officeart/2005/8/layout/vList2"/>
    <dgm:cxn modelId="{C17CEEDA-EBAC-4B3E-9679-7E440BDEFBA6}" type="presParOf" srcId="{EAFD977C-AD66-4432-B9F1-7E8B32A209AA}" destId="{3B9BB2CE-E0B2-42B4-9F00-43BE25E825FE}" srcOrd="4" destOrd="0" presId="urn:microsoft.com/office/officeart/2005/8/layout/vList2"/>
    <dgm:cxn modelId="{CBF01899-8723-406E-B9F5-6B58804A60C9}" type="presParOf" srcId="{EAFD977C-AD66-4432-B9F1-7E8B32A209AA}" destId="{12852DBF-F746-4C7A-B36E-F1600EAB9A04}" srcOrd="5" destOrd="0" presId="urn:microsoft.com/office/officeart/2005/8/layout/vList2"/>
    <dgm:cxn modelId="{8D1A1EC3-C149-462F-B05E-9E2FEBC85B96}" type="presParOf" srcId="{EAFD977C-AD66-4432-B9F1-7E8B32A209AA}" destId="{9D97560E-C416-4428-A9D5-E0E39E04D305}" srcOrd="6" destOrd="0" presId="urn:microsoft.com/office/officeart/2005/8/layout/vList2"/>
    <dgm:cxn modelId="{CF04F9B0-19B3-4054-8BC2-B67E4F8F7AF7}" type="presParOf" srcId="{EAFD977C-AD66-4432-B9F1-7E8B32A209AA}" destId="{C0249E69-4A97-4F42-A9F0-90FED3F84A1A}" srcOrd="7" destOrd="0" presId="urn:microsoft.com/office/officeart/2005/8/layout/vList2"/>
    <dgm:cxn modelId="{3740273B-0AC7-4D65-82A1-E9D9F3B49DD1}" type="presParOf" srcId="{EAFD977C-AD66-4432-B9F1-7E8B32A209AA}" destId="{0D1F2E03-8C0B-4D0B-9AB5-88831EE39D4C}" srcOrd="8" destOrd="0" presId="urn:microsoft.com/office/officeart/2005/8/layout/vList2"/>
    <dgm:cxn modelId="{6F5FD459-5CC7-434C-ABFC-75088D509D9B}" type="presParOf" srcId="{EAFD977C-AD66-4432-B9F1-7E8B32A209AA}" destId="{1489BCFA-D614-4D3E-A6FB-91E9EC624687}" srcOrd="9" destOrd="0" presId="urn:microsoft.com/office/officeart/2005/8/layout/vList2"/>
    <dgm:cxn modelId="{1886E14C-230D-42F4-8C36-9BF5340CCA31}" type="presParOf" srcId="{EAFD977C-AD66-4432-B9F1-7E8B32A209AA}" destId="{0B9FD2A1-2A85-4057-8028-415BC34A1B3C}" srcOrd="10" destOrd="0" presId="urn:microsoft.com/office/officeart/2005/8/layout/vList2"/>
    <dgm:cxn modelId="{D03DBB02-984A-43B2-A323-43CDA04D297A}" type="presParOf" srcId="{EAFD977C-AD66-4432-B9F1-7E8B32A209AA}" destId="{4ED3EFB5-60B1-4AA7-928F-8AEAED93B58B}" srcOrd="11" destOrd="0" presId="urn:microsoft.com/office/officeart/2005/8/layout/vList2"/>
    <dgm:cxn modelId="{677855C3-EA4D-4776-897F-C5C23BD3808A}" type="presParOf" srcId="{EAFD977C-AD66-4432-B9F1-7E8B32A209AA}" destId="{832EFD3F-7730-4107-846B-534BD9B4ABEF}" srcOrd="12" destOrd="0" presId="urn:microsoft.com/office/officeart/2005/8/layout/vList2"/>
    <dgm:cxn modelId="{82BC2797-C662-422E-9890-F97D8A2862C4}" type="presParOf" srcId="{EAFD977C-AD66-4432-B9F1-7E8B32A209AA}" destId="{249F6860-2332-4648-B4E6-1A25D3CB2A19}" srcOrd="13" destOrd="0" presId="urn:microsoft.com/office/officeart/2005/8/layout/vList2"/>
    <dgm:cxn modelId="{EDB21267-043C-4B2A-ACE1-D9BD00D86D29}" type="presParOf" srcId="{EAFD977C-AD66-4432-B9F1-7E8B32A209AA}" destId="{265EDFF6-47E5-47EA-BC45-B92EFAF8106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9D1817-A874-45DE-84F6-A54AE247542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78D894A-F8F3-4186-BF90-64BC293625B2}">
      <dgm:prSet/>
      <dgm:spPr/>
      <dgm:t>
        <a:bodyPr/>
        <a:lstStyle/>
        <a:p>
          <a:r>
            <a:rPr lang="en-US" b="1"/>
            <a:t>High-Risk Employee Profile Analysis</a:t>
          </a:r>
          <a:endParaRPr lang="en-US"/>
        </a:p>
      </dgm:t>
    </dgm:pt>
    <dgm:pt modelId="{037BAB88-A014-4BE2-A2E3-4B91A61713FE}" type="parTrans" cxnId="{BA817CF1-033A-4EB8-85BF-16CFE0A967A4}">
      <dgm:prSet/>
      <dgm:spPr/>
      <dgm:t>
        <a:bodyPr/>
        <a:lstStyle/>
        <a:p>
          <a:endParaRPr lang="en-US"/>
        </a:p>
      </dgm:t>
    </dgm:pt>
    <dgm:pt modelId="{5BB0C24D-B083-4A88-B844-48104F257142}" type="sibTrans" cxnId="{BA817CF1-033A-4EB8-85BF-16CFE0A967A4}">
      <dgm:prSet/>
      <dgm:spPr/>
      <dgm:t>
        <a:bodyPr/>
        <a:lstStyle/>
        <a:p>
          <a:endParaRPr lang="en-US"/>
        </a:p>
      </dgm:t>
    </dgm:pt>
    <dgm:pt modelId="{B7D379EF-F6DD-453B-8FFE-25BDD3447019}">
      <dgm:prSet/>
      <dgm:spPr/>
      <dgm:t>
        <a:bodyPr/>
        <a:lstStyle/>
        <a:p>
          <a:r>
            <a:rPr lang="en-US" b="1"/>
            <a:t>Age 30-40 Group</a:t>
          </a:r>
          <a:endParaRPr lang="en-US"/>
        </a:p>
      </dgm:t>
    </dgm:pt>
    <dgm:pt modelId="{A2A41F76-0896-4C6E-8BA8-8740539FE4A2}" type="parTrans" cxnId="{9DA637C0-11A3-4E8C-87E7-FDBAE96E17D4}">
      <dgm:prSet/>
      <dgm:spPr/>
      <dgm:t>
        <a:bodyPr/>
        <a:lstStyle/>
        <a:p>
          <a:endParaRPr lang="en-US"/>
        </a:p>
      </dgm:t>
    </dgm:pt>
    <dgm:pt modelId="{5618CC53-B689-4304-B518-8EC87F47B42B}" type="sibTrans" cxnId="{9DA637C0-11A3-4E8C-87E7-FDBAE96E17D4}">
      <dgm:prSet/>
      <dgm:spPr/>
      <dgm:t>
        <a:bodyPr/>
        <a:lstStyle/>
        <a:p>
          <a:endParaRPr lang="en-US"/>
        </a:p>
      </dgm:t>
    </dgm:pt>
    <dgm:pt modelId="{8F0288EF-4E3D-4E5D-A13C-6770EF2EAFE0}">
      <dgm:prSet/>
      <dgm:spPr/>
      <dgm:t>
        <a:bodyPr/>
        <a:lstStyle/>
        <a:p>
          <a:r>
            <a:rPr lang="en-US"/>
            <a:t>16 employees | 1,236 hours lost | $241,638 impact</a:t>
          </a:r>
        </a:p>
      </dgm:t>
    </dgm:pt>
    <dgm:pt modelId="{4B025053-D928-4DA2-9DB3-5E60364A824C}" type="parTrans" cxnId="{19C0D10F-5499-4461-8602-847BDB16869F}">
      <dgm:prSet/>
      <dgm:spPr/>
      <dgm:t>
        <a:bodyPr/>
        <a:lstStyle/>
        <a:p>
          <a:endParaRPr lang="en-US"/>
        </a:p>
      </dgm:t>
    </dgm:pt>
    <dgm:pt modelId="{6CECBADE-28CB-4926-ADBA-5D12DC0955A5}" type="sibTrans" cxnId="{19C0D10F-5499-4461-8602-847BDB16869F}">
      <dgm:prSet/>
      <dgm:spPr/>
      <dgm:t>
        <a:bodyPr/>
        <a:lstStyle/>
        <a:p>
          <a:endParaRPr lang="en-US"/>
        </a:p>
      </dgm:t>
    </dgm:pt>
    <dgm:pt modelId="{D25FDFBF-D7AB-4189-8D7D-13E40330FACF}">
      <dgm:prSet/>
      <dgm:spPr/>
      <dgm:t>
        <a:bodyPr/>
        <a:lstStyle/>
        <a:p>
          <a:r>
            <a:rPr lang="en-US" b="1"/>
            <a:t>Age 40-50 Group</a:t>
          </a:r>
          <a:endParaRPr lang="en-US"/>
        </a:p>
      </dgm:t>
    </dgm:pt>
    <dgm:pt modelId="{C8D99220-1D20-4C7A-B3E8-1840EC960417}" type="parTrans" cxnId="{0092E172-5634-4C33-B504-9E12B89B2236}">
      <dgm:prSet/>
      <dgm:spPr/>
      <dgm:t>
        <a:bodyPr/>
        <a:lstStyle/>
        <a:p>
          <a:endParaRPr lang="en-US"/>
        </a:p>
      </dgm:t>
    </dgm:pt>
    <dgm:pt modelId="{6403CA3C-BD53-4E4C-A864-545D6AC82CE7}" type="sibTrans" cxnId="{0092E172-5634-4C33-B504-9E12B89B2236}">
      <dgm:prSet/>
      <dgm:spPr/>
      <dgm:t>
        <a:bodyPr/>
        <a:lstStyle/>
        <a:p>
          <a:endParaRPr lang="en-US"/>
        </a:p>
      </dgm:t>
    </dgm:pt>
    <dgm:pt modelId="{BA7E8F50-6A7D-4265-BEFC-B80DB38AF0D8}">
      <dgm:prSet/>
      <dgm:spPr/>
      <dgm:t>
        <a:bodyPr/>
        <a:lstStyle/>
        <a:p>
          <a:r>
            <a:rPr lang="en-US"/>
            <a:t>9 employees | 542 hours lost | $105,961 impact</a:t>
          </a:r>
        </a:p>
      </dgm:t>
    </dgm:pt>
    <dgm:pt modelId="{994CA337-1D69-4795-A737-B670513A3DD5}" type="parTrans" cxnId="{B0E512D1-E1E9-430C-936E-2E3A2D9DF907}">
      <dgm:prSet/>
      <dgm:spPr/>
      <dgm:t>
        <a:bodyPr/>
        <a:lstStyle/>
        <a:p>
          <a:endParaRPr lang="en-US"/>
        </a:p>
      </dgm:t>
    </dgm:pt>
    <dgm:pt modelId="{B9043EF4-AC03-4768-93B2-C57B400CD340}" type="sibTrans" cxnId="{B0E512D1-E1E9-430C-936E-2E3A2D9DF907}">
      <dgm:prSet/>
      <dgm:spPr/>
      <dgm:t>
        <a:bodyPr/>
        <a:lstStyle/>
        <a:p>
          <a:endParaRPr lang="en-US"/>
        </a:p>
      </dgm:t>
    </dgm:pt>
    <dgm:pt modelId="{E0A0F728-64C6-41E0-B048-C1FA5B305007}">
      <dgm:prSet/>
      <dgm:spPr/>
      <dgm:t>
        <a:bodyPr/>
        <a:lstStyle/>
        <a:p>
          <a:r>
            <a:rPr lang="en-US" b="1"/>
            <a:t>Age 50+ Group</a:t>
          </a:r>
          <a:endParaRPr lang="en-US"/>
        </a:p>
      </dgm:t>
    </dgm:pt>
    <dgm:pt modelId="{825FD8C3-51D7-4B10-8075-C1EA33408BC0}" type="parTrans" cxnId="{0A948F19-9C0F-4914-B92C-4C4C5FC70EC9}">
      <dgm:prSet/>
      <dgm:spPr/>
      <dgm:t>
        <a:bodyPr/>
        <a:lstStyle/>
        <a:p>
          <a:endParaRPr lang="en-US"/>
        </a:p>
      </dgm:t>
    </dgm:pt>
    <dgm:pt modelId="{AF36AB01-6D64-4608-96BF-D18F702AC33B}" type="sibTrans" cxnId="{0A948F19-9C0F-4914-B92C-4C4C5FC70EC9}">
      <dgm:prSet/>
      <dgm:spPr/>
      <dgm:t>
        <a:bodyPr/>
        <a:lstStyle/>
        <a:p>
          <a:endParaRPr lang="en-US"/>
        </a:p>
      </dgm:t>
    </dgm:pt>
    <dgm:pt modelId="{202644D5-CCA1-421C-B99F-44A347B22515}">
      <dgm:prSet/>
      <dgm:spPr/>
      <dgm:t>
        <a:bodyPr/>
        <a:lstStyle/>
        <a:p>
          <a:r>
            <a:rPr lang="en-US"/>
            <a:t>1 employee | 241 hours lost | $47,116 impact</a:t>
          </a:r>
        </a:p>
      </dgm:t>
    </dgm:pt>
    <dgm:pt modelId="{301920F0-F0D3-4F22-95F6-6FDA4429543A}" type="parTrans" cxnId="{7C917DE6-0926-4E60-B33D-9466EBCB5F51}">
      <dgm:prSet/>
      <dgm:spPr/>
      <dgm:t>
        <a:bodyPr/>
        <a:lstStyle/>
        <a:p>
          <a:endParaRPr lang="en-US"/>
        </a:p>
      </dgm:t>
    </dgm:pt>
    <dgm:pt modelId="{F2FD4456-D187-46B6-BD75-3B9711AD8766}" type="sibTrans" cxnId="{7C917DE6-0926-4E60-B33D-9466EBCB5F51}">
      <dgm:prSet/>
      <dgm:spPr/>
      <dgm:t>
        <a:bodyPr/>
        <a:lstStyle/>
        <a:p>
          <a:endParaRPr lang="en-US"/>
        </a:p>
      </dgm:t>
    </dgm:pt>
    <dgm:pt modelId="{71A78216-39F4-4C26-9CCE-947CE0840A3F}">
      <dgm:prSet/>
      <dgm:spPr/>
      <dgm:t>
        <a:bodyPr/>
        <a:lstStyle/>
        <a:p>
          <a:r>
            <a:rPr lang="en-US" b="1"/>
            <a:t>Total High-Risk</a:t>
          </a:r>
          <a:endParaRPr lang="en-US"/>
        </a:p>
      </dgm:t>
    </dgm:pt>
    <dgm:pt modelId="{DA2839A8-EC81-4D25-864C-99D08BFBF306}" type="parTrans" cxnId="{49B90DC7-E9CD-4269-8C1B-374F72353817}">
      <dgm:prSet/>
      <dgm:spPr/>
      <dgm:t>
        <a:bodyPr/>
        <a:lstStyle/>
        <a:p>
          <a:endParaRPr lang="en-US"/>
        </a:p>
      </dgm:t>
    </dgm:pt>
    <dgm:pt modelId="{B60CB99B-DF78-47BC-A14E-4A5F49619B1C}" type="sibTrans" cxnId="{49B90DC7-E9CD-4269-8C1B-374F72353817}">
      <dgm:prSet/>
      <dgm:spPr/>
      <dgm:t>
        <a:bodyPr/>
        <a:lstStyle/>
        <a:p>
          <a:endParaRPr lang="en-US"/>
        </a:p>
      </dgm:t>
    </dgm:pt>
    <dgm:pt modelId="{A92C0C23-952A-4FA1-9723-C2F207D121F4}">
      <dgm:prSet/>
      <dgm:spPr/>
      <dgm:t>
        <a:bodyPr/>
        <a:lstStyle/>
        <a:p>
          <a:r>
            <a:rPr lang="en-US"/>
            <a:t>36 employees | 5,124 hours | $1,001,742 total impact</a:t>
          </a:r>
        </a:p>
      </dgm:t>
    </dgm:pt>
    <dgm:pt modelId="{CFDC8B4C-1809-419B-8E91-3BD5DC4E7076}" type="parTrans" cxnId="{1148D2CF-5512-4C9D-A2A2-517405B55534}">
      <dgm:prSet/>
      <dgm:spPr/>
      <dgm:t>
        <a:bodyPr/>
        <a:lstStyle/>
        <a:p>
          <a:endParaRPr lang="en-US"/>
        </a:p>
      </dgm:t>
    </dgm:pt>
    <dgm:pt modelId="{AC90EC9F-EC2D-47FB-A324-63AD9F721918}" type="sibTrans" cxnId="{1148D2CF-5512-4C9D-A2A2-517405B55534}">
      <dgm:prSet/>
      <dgm:spPr/>
      <dgm:t>
        <a:bodyPr/>
        <a:lstStyle/>
        <a:p>
          <a:endParaRPr lang="en-US"/>
        </a:p>
      </dgm:t>
    </dgm:pt>
    <dgm:pt modelId="{AEB30962-02A6-4E5F-8B27-4F4E2FA98CC9}">
      <dgm:prSet/>
      <dgm:spPr/>
      <dgm:t>
        <a:bodyPr/>
        <a:lstStyle/>
        <a:p>
          <a:r>
            <a:rPr lang="en-US" b="1"/>
            <a:t>Demographic Insights for Decision Making</a:t>
          </a:r>
          <a:endParaRPr lang="en-US"/>
        </a:p>
      </dgm:t>
    </dgm:pt>
    <dgm:pt modelId="{92E7E207-3205-435C-9845-A675D4DC9440}" type="parTrans" cxnId="{9F1A821E-7A35-4ADF-817B-A0D87B66E3C1}">
      <dgm:prSet/>
      <dgm:spPr/>
      <dgm:t>
        <a:bodyPr/>
        <a:lstStyle/>
        <a:p>
          <a:endParaRPr lang="en-US"/>
        </a:p>
      </dgm:t>
    </dgm:pt>
    <dgm:pt modelId="{7DC0ED73-6D8B-415B-9E3B-8E509169010F}" type="sibTrans" cxnId="{9F1A821E-7A35-4ADF-817B-A0D87B66E3C1}">
      <dgm:prSet/>
      <dgm:spPr/>
      <dgm:t>
        <a:bodyPr/>
        <a:lstStyle/>
        <a:p>
          <a:endParaRPr lang="en-US"/>
        </a:p>
      </dgm:t>
    </dgm:pt>
    <dgm:pt modelId="{F19116CC-4595-4981-985D-E19EF981B177}">
      <dgm:prSet/>
      <dgm:spPr/>
      <dgm:t>
        <a:bodyPr/>
        <a:lstStyle/>
        <a:p>
          <a:r>
            <a:rPr lang="en-US"/>
            <a:t>• Education correlation: High school education shows highest absence costs (&gt;$1M)</a:t>
          </a:r>
        </a:p>
      </dgm:t>
    </dgm:pt>
    <dgm:pt modelId="{B1B6095A-4649-41A7-8FB1-F541C0C2FA80}" type="parTrans" cxnId="{FB56BBEB-1A51-404C-8D23-3B23C0A60106}">
      <dgm:prSet/>
      <dgm:spPr/>
      <dgm:t>
        <a:bodyPr/>
        <a:lstStyle/>
        <a:p>
          <a:endParaRPr lang="en-US"/>
        </a:p>
      </dgm:t>
    </dgm:pt>
    <dgm:pt modelId="{8ADF76A6-5E3B-4F62-8E83-1FC2F7DC0321}" type="sibTrans" cxnId="{FB56BBEB-1A51-404C-8D23-3B23C0A60106}">
      <dgm:prSet/>
      <dgm:spPr/>
      <dgm:t>
        <a:bodyPr/>
        <a:lstStyle/>
        <a:p>
          <a:endParaRPr lang="en-US"/>
        </a:p>
      </dgm:t>
    </dgm:pt>
    <dgm:pt modelId="{6A2344ED-095D-426D-9364-EFEC4D6E7287}">
      <dgm:prSet/>
      <dgm:spPr/>
      <dgm:t>
        <a:bodyPr/>
        <a:lstStyle/>
        <a:p>
          <a:r>
            <a:rPr lang="en-US"/>
            <a:t>• Commute distance: 10-25km range generates highest impact ($0.5M)</a:t>
          </a:r>
        </a:p>
      </dgm:t>
    </dgm:pt>
    <dgm:pt modelId="{A6370A2C-0C62-4C3B-ADB6-88DDCBDCE756}" type="parTrans" cxnId="{DA69B62B-E0A2-456D-8FF1-6D14A718DB8D}">
      <dgm:prSet/>
      <dgm:spPr/>
      <dgm:t>
        <a:bodyPr/>
        <a:lstStyle/>
        <a:p>
          <a:endParaRPr lang="en-US"/>
        </a:p>
      </dgm:t>
    </dgm:pt>
    <dgm:pt modelId="{C5945AD5-C8B9-4EF6-8C1F-F58DB29244AF}" type="sibTrans" cxnId="{DA69B62B-E0A2-456D-8FF1-6D14A718DB8D}">
      <dgm:prSet/>
      <dgm:spPr/>
      <dgm:t>
        <a:bodyPr/>
        <a:lstStyle/>
        <a:p>
          <a:endParaRPr lang="en-US"/>
        </a:p>
      </dgm:t>
    </dgm:pt>
    <dgm:pt modelId="{7A00BCD5-EF51-43EE-BB8A-127A99B0FD65}">
      <dgm:prSet/>
      <dgm:spPr/>
      <dgm:t>
        <a:bodyPr/>
        <a:lstStyle/>
        <a:p>
          <a:r>
            <a:rPr lang="en-US"/>
            <a:t>• BMI impact: Normal and overweight categories show similar costs (~$1.5M each)</a:t>
          </a:r>
        </a:p>
      </dgm:t>
    </dgm:pt>
    <dgm:pt modelId="{B4AD9B7C-29B1-4979-AB39-373D87BB009B}" type="parTrans" cxnId="{FC18DCBF-C75C-4B86-B0D9-1F74405F7534}">
      <dgm:prSet/>
      <dgm:spPr/>
      <dgm:t>
        <a:bodyPr/>
        <a:lstStyle/>
        <a:p>
          <a:endParaRPr lang="en-US"/>
        </a:p>
      </dgm:t>
    </dgm:pt>
    <dgm:pt modelId="{9FCB2C82-B0BE-4F41-8C6E-5BD6C519BC9F}" type="sibTrans" cxnId="{FC18DCBF-C75C-4B86-B0D9-1F74405F7534}">
      <dgm:prSet/>
      <dgm:spPr/>
      <dgm:t>
        <a:bodyPr/>
        <a:lstStyle/>
        <a:p>
          <a:endParaRPr lang="en-US"/>
        </a:p>
      </dgm:t>
    </dgm:pt>
    <dgm:pt modelId="{C0BDCF91-C60F-457A-9C52-B19C46F009FD}" type="pres">
      <dgm:prSet presAssocID="{EC9D1817-A874-45DE-84F6-A54AE247542A}" presName="diagram" presStyleCnt="0">
        <dgm:presLayoutVars>
          <dgm:dir/>
          <dgm:resizeHandles val="exact"/>
        </dgm:presLayoutVars>
      </dgm:prSet>
      <dgm:spPr/>
    </dgm:pt>
    <dgm:pt modelId="{E59C5F1B-B5FC-4AE4-BE68-A618C57C15A9}" type="pres">
      <dgm:prSet presAssocID="{C78D894A-F8F3-4186-BF90-64BC293625B2}" presName="node" presStyleLbl="node1" presStyleIdx="0" presStyleCnt="9">
        <dgm:presLayoutVars>
          <dgm:bulletEnabled val="1"/>
        </dgm:presLayoutVars>
      </dgm:prSet>
      <dgm:spPr/>
    </dgm:pt>
    <dgm:pt modelId="{0EAF73FF-EDE8-44F6-92B1-D3A6E0AB0331}" type="pres">
      <dgm:prSet presAssocID="{5BB0C24D-B083-4A88-B844-48104F257142}" presName="sibTrans" presStyleCnt="0"/>
      <dgm:spPr/>
    </dgm:pt>
    <dgm:pt modelId="{D083DA47-0CB0-44CF-A936-CAB591DDF4BE}" type="pres">
      <dgm:prSet presAssocID="{B7D379EF-F6DD-453B-8FFE-25BDD3447019}" presName="node" presStyleLbl="node1" presStyleIdx="1" presStyleCnt="9">
        <dgm:presLayoutVars>
          <dgm:bulletEnabled val="1"/>
        </dgm:presLayoutVars>
      </dgm:prSet>
      <dgm:spPr/>
    </dgm:pt>
    <dgm:pt modelId="{998E2CF4-175A-491E-9974-0C6167441071}" type="pres">
      <dgm:prSet presAssocID="{5618CC53-B689-4304-B518-8EC87F47B42B}" presName="sibTrans" presStyleCnt="0"/>
      <dgm:spPr/>
    </dgm:pt>
    <dgm:pt modelId="{7869F4F2-48AA-49DF-8822-71755B388372}" type="pres">
      <dgm:prSet presAssocID="{D25FDFBF-D7AB-4189-8D7D-13E40330FACF}" presName="node" presStyleLbl="node1" presStyleIdx="2" presStyleCnt="9">
        <dgm:presLayoutVars>
          <dgm:bulletEnabled val="1"/>
        </dgm:presLayoutVars>
      </dgm:prSet>
      <dgm:spPr/>
    </dgm:pt>
    <dgm:pt modelId="{D53DF34B-64A5-47E1-BBE9-E1FB10EA63A0}" type="pres">
      <dgm:prSet presAssocID="{6403CA3C-BD53-4E4C-A864-545D6AC82CE7}" presName="sibTrans" presStyleCnt="0"/>
      <dgm:spPr/>
    </dgm:pt>
    <dgm:pt modelId="{0DC68760-75F6-4F91-893E-CC9FF7234C53}" type="pres">
      <dgm:prSet presAssocID="{E0A0F728-64C6-41E0-B048-C1FA5B305007}" presName="node" presStyleLbl="node1" presStyleIdx="3" presStyleCnt="9">
        <dgm:presLayoutVars>
          <dgm:bulletEnabled val="1"/>
        </dgm:presLayoutVars>
      </dgm:prSet>
      <dgm:spPr/>
    </dgm:pt>
    <dgm:pt modelId="{2731022C-9790-4F71-8A33-CFAB863F4531}" type="pres">
      <dgm:prSet presAssocID="{AF36AB01-6D64-4608-96BF-D18F702AC33B}" presName="sibTrans" presStyleCnt="0"/>
      <dgm:spPr/>
    </dgm:pt>
    <dgm:pt modelId="{47A6FA18-A151-48F9-A0DC-219E21D3DE7E}" type="pres">
      <dgm:prSet presAssocID="{71A78216-39F4-4C26-9CCE-947CE0840A3F}" presName="node" presStyleLbl="node1" presStyleIdx="4" presStyleCnt="9">
        <dgm:presLayoutVars>
          <dgm:bulletEnabled val="1"/>
        </dgm:presLayoutVars>
      </dgm:prSet>
      <dgm:spPr/>
    </dgm:pt>
    <dgm:pt modelId="{F8F822B7-DC38-41D1-9ED7-5EFEB0FA2B32}" type="pres">
      <dgm:prSet presAssocID="{B60CB99B-DF78-47BC-A14E-4A5F49619B1C}" presName="sibTrans" presStyleCnt="0"/>
      <dgm:spPr/>
    </dgm:pt>
    <dgm:pt modelId="{01222954-598C-4567-BE29-59690A469A3A}" type="pres">
      <dgm:prSet presAssocID="{AEB30962-02A6-4E5F-8B27-4F4E2FA98CC9}" presName="node" presStyleLbl="node1" presStyleIdx="5" presStyleCnt="9">
        <dgm:presLayoutVars>
          <dgm:bulletEnabled val="1"/>
        </dgm:presLayoutVars>
      </dgm:prSet>
      <dgm:spPr/>
    </dgm:pt>
    <dgm:pt modelId="{14C7F68E-10D3-4E9E-91C2-30B0CCCBF2E9}" type="pres">
      <dgm:prSet presAssocID="{7DC0ED73-6D8B-415B-9E3B-8E509169010F}" presName="sibTrans" presStyleCnt="0"/>
      <dgm:spPr/>
    </dgm:pt>
    <dgm:pt modelId="{C2552565-5A36-4041-801D-81D679B14574}" type="pres">
      <dgm:prSet presAssocID="{F19116CC-4595-4981-985D-E19EF981B177}" presName="node" presStyleLbl="node1" presStyleIdx="6" presStyleCnt="9">
        <dgm:presLayoutVars>
          <dgm:bulletEnabled val="1"/>
        </dgm:presLayoutVars>
      </dgm:prSet>
      <dgm:spPr/>
    </dgm:pt>
    <dgm:pt modelId="{3922C6F4-F700-4653-9A3B-1B1E8FF52B16}" type="pres">
      <dgm:prSet presAssocID="{8ADF76A6-5E3B-4F62-8E83-1FC2F7DC0321}" presName="sibTrans" presStyleCnt="0"/>
      <dgm:spPr/>
    </dgm:pt>
    <dgm:pt modelId="{FDEF54EE-FEA0-482B-8A46-21CB5D121AA7}" type="pres">
      <dgm:prSet presAssocID="{6A2344ED-095D-426D-9364-EFEC4D6E7287}" presName="node" presStyleLbl="node1" presStyleIdx="7" presStyleCnt="9">
        <dgm:presLayoutVars>
          <dgm:bulletEnabled val="1"/>
        </dgm:presLayoutVars>
      </dgm:prSet>
      <dgm:spPr/>
    </dgm:pt>
    <dgm:pt modelId="{90F8CA0D-4263-40C5-8C2E-D3DC40454378}" type="pres">
      <dgm:prSet presAssocID="{C5945AD5-C8B9-4EF6-8C1F-F58DB29244AF}" presName="sibTrans" presStyleCnt="0"/>
      <dgm:spPr/>
    </dgm:pt>
    <dgm:pt modelId="{0F1ED758-E6BC-4C2B-BF76-54608E41996D}" type="pres">
      <dgm:prSet presAssocID="{7A00BCD5-EF51-43EE-BB8A-127A99B0FD65}" presName="node" presStyleLbl="node1" presStyleIdx="8" presStyleCnt="9">
        <dgm:presLayoutVars>
          <dgm:bulletEnabled val="1"/>
        </dgm:presLayoutVars>
      </dgm:prSet>
      <dgm:spPr/>
    </dgm:pt>
  </dgm:ptLst>
  <dgm:cxnLst>
    <dgm:cxn modelId="{09AF5800-6AFD-4622-8556-9BA47D7A7EA2}" type="presOf" srcId="{71A78216-39F4-4C26-9CCE-947CE0840A3F}" destId="{47A6FA18-A151-48F9-A0DC-219E21D3DE7E}" srcOrd="0" destOrd="0" presId="urn:microsoft.com/office/officeart/2005/8/layout/default"/>
    <dgm:cxn modelId="{AC7BC60F-1F70-4001-BB4A-CFEC66148BE9}" type="presOf" srcId="{8F0288EF-4E3D-4E5D-A13C-6770EF2EAFE0}" destId="{D083DA47-0CB0-44CF-A936-CAB591DDF4BE}" srcOrd="0" destOrd="1" presId="urn:microsoft.com/office/officeart/2005/8/layout/default"/>
    <dgm:cxn modelId="{19C0D10F-5499-4461-8602-847BDB16869F}" srcId="{B7D379EF-F6DD-453B-8FFE-25BDD3447019}" destId="{8F0288EF-4E3D-4E5D-A13C-6770EF2EAFE0}" srcOrd="0" destOrd="0" parTransId="{4B025053-D928-4DA2-9DB3-5E60364A824C}" sibTransId="{6CECBADE-28CB-4926-ADBA-5D12DC0955A5}"/>
    <dgm:cxn modelId="{C3A61E13-C7E3-45BF-84F9-E22204D2B3F9}" type="presOf" srcId="{B7D379EF-F6DD-453B-8FFE-25BDD3447019}" destId="{D083DA47-0CB0-44CF-A936-CAB591DDF4BE}" srcOrd="0" destOrd="0" presId="urn:microsoft.com/office/officeart/2005/8/layout/default"/>
    <dgm:cxn modelId="{0A948F19-9C0F-4914-B92C-4C4C5FC70EC9}" srcId="{EC9D1817-A874-45DE-84F6-A54AE247542A}" destId="{E0A0F728-64C6-41E0-B048-C1FA5B305007}" srcOrd="3" destOrd="0" parTransId="{825FD8C3-51D7-4B10-8075-C1EA33408BC0}" sibTransId="{AF36AB01-6D64-4608-96BF-D18F702AC33B}"/>
    <dgm:cxn modelId="{9F1A821E-7A35-4ADF-817B-A0D87B66E3C1}" srcId="{EC9D1817-A874-45DE-84F6-A54AE247542A}" destId="{AEB30962-02A6-4E5F-8B27-4F4E2FA98CC9}" srcOrd="5" destOrd="0" parTransId="{92E7E207-3205-435C-9845-A675D4DC9440}" sibTransId="{7DC0ED73-6D8B-415B-9E3B-8E509169010F}"/>
    <dgm:cxn modelId="{A152F426-446F-4010-A947-1C644E6A25A5}" type="presOf" srcId="{BA7E8F50-6A7D-4265-BEFC-B80DB38AF0D8}" destId="{7869F4F2-48AA-49DF-8822-71755B388372}" srcOrd="0" destOrd="1" presId="urn:microsoft.com/office/officeart/2005/8/layout/default"/>
    <dgm:cxn modelId="{DA69B62B-E0A2-456D-8FF1-6D14A718DB8D}" srcId="{EC9D1817-A874-45DE-84F6-A54AE247542A}" destId="{6A2344ED-095D-426D-9364-EFEC4D6E7287}" srcOrd="7" destOrd="0" parTransId="{A6370A2C-0C62-4C3B-ADB6-88DDCBDCE756}" sibTransId="{C5945AD5-C8B9-4EF6-8C1F-F58DB29244AF}"/>
    <dgm:cxn modelId="{ABFC9D33-F029-4249-8604-6C08A2FB82FE}" type="presOf" srcId="{6A2344ED-095D-426D-9364-EFEC4D6E7287}" destId="{FDEF54EE-FEA0-482B-8A46-21CB5D121AA7}" srcOrd="0" destOrd="0" presId="urn:microsoft.com/office/officeart/2005/8/layout/default"/>
    <dgm:cxn modelId="{DCF9F650-65ED-4D89-8429-860CBBC42D34}" type="presOf" srcId="{EC9D1817-A874-45DE-84F6-A54AE247542A}" destId="{C0BDCF91-C60F-457A-9C52-B19C46F009FD}" srcOrd="0" destOrd="0" presId="urn:microsoft.com/office/officeart/2005/8/layout/default"/>
    <dgm:cxn modelId="{0092E172-5634-4C33-B504-9E12B89B2236}" srcId="{EC9D1817-A874-45DE-84F6-A54AE247542A}" destId="{D25FDFBF-D7AB-4189-8D7D-13E40330FACF}" srcOrd="2" destOrd="0" parTransId="{C8D99220-1D20-4C7A-B3E8-1840EC960417}" sibTransId="{6403CA3C-BD53-4E4C-A864-545D6AC82CE7}"/>
    <dgm:cxn modelId="{EBF5B658-F1D2-4DF2-B2ED-7F2559B48773}" type="presOf" srcId="{F19116CC-4595-4981-985D-E19EF981B177}" destId="{C2552565-5A36-4041-801D-81D679B14574}" srcOrd="0" destOrd="0" presId="urn:microsoft.com/office/officeart/2005/8/layout/default"/>
    <dgm:cxn modelId="{3D472D83-8CEA-4AE0-8661-2EDD3F4C289A}" type="presOf" srcId="{D25FDFBF-D7AB-4189-8D7D-13E40330FACF}" destId="{7869F4F2-48AA-49DF-8822-71755B388372}" srcOrd="0" destOrd="0" presId="urn:microsoft.com/office/officeart/2005/8/layout/default"/>
    <dgm:cxn modelId="{658E9D8C-E4B3-4034-95CE-3BB811D5189F}" type="presOf" srcId="{AEB30962-02A6-4E5F-8B27-4F4E2FA98CC9}" destId="{01222954-598C-4567-BE29-59690A469A3A}" srcOrd="0" destOrd="0" presId="urn:microsoft.com/office/officeart/2005/8/layout/default"/>
    <dgm:cxn modelId="{245B8FAD-DC03-445E-9AEA-F79537B9A34A}" type="presOf" srcId="{A92C0C23-952A-4FA1-9723-C2F207D121F4}" destId="{47A6FA18-A151-48F9-A0DC-219E21D3DE7E}" srcOrd="0" destOrd="1" presId="urn:microsoft.com/office/officeart/2005/8/layout/default"/>
    <dgm:cxn modelId="{FC18DCBF-C75C-4B86-B0D9-1F74405F7534}" srcId="{EC9D1817-A874-45DE-84F6-A54AE247542A}" destId="{7A00BCD5-EF51-43EE-BB8A-127A99B0FD65}" srcOrd="8" destOrd="0" parTransId="{B4AD9B7C-29B1-4979-AB39-373D87BB009B}" sibTransId="{9FCB2C82-B0BE-4F41-8C6E-5BD6C519BC9F}"/>
    <dgm:cxn modelId="{9DA637C0-11A3-4E8C-87E7-FDBAE96E17D4}" srcId="{EC9D1817-A874-45DE-84F6-A54AE247542A}" destId="{B7D379EF-F6DD-453B-8FFE-25BDD3447019}" srcOrd="1" destOrd="0" parTransId="{A2A41F76-0896-4C6E-8BA8-8740539FE4A2}" sibTransId="{5618CC53-B689-4304-B518-8EC87F47B42B}"/>
    <dgm:cxn modelId="{49B90DC7-E9CD-4269-8C1B-374F72353817}" srcId="{EC9D1817-A874-45DE-84F6-A54AE247542A}" destId="{71A78216-39F4-4C26-9CCE-947CE0840A3F}" srcOrd="4" destOrd="0" parTransId="{DA2839A8-EC81-4D25-864C-99D08BFBF306}" sibTransId="{B60CB99B-DF78-47BC-A14E-4A5F49619B1C}"/>
    <dgm:cxn modelId="{341D4FC9-C6A9-4AEE-920C-C95C24CFDC05}" type="presOf" srcId="{202644D5-CCA1-421C-B99F-44A347B22515}" destId="{0DC68760-75F6-4F91-893E-CC9FF7234C53}" srcOrd="0" destOrd="1" presId="urn:microsoft.com/office/officeart/2005/8/layout/default"/>
    <dgm:cxn modelId="{1148D2CF-5512-4C9D-A2A2-517405B55534}" srcId="{71A78216-39F4-4C26-9CCE-947CE0840A3F}" destId="{A92C0C23-952A-4FA1-9723-C2F207D121F4}" srcOrd="0" destOrd="0" parTransId="{CFDC8B4C-1809-419B-8E91-3BD5DC4E7076}" sibTransId="{AC90EC9F-EC2D-47FB-A324-63AD9F721918}"/>
    <dgm:cxn modelId="{B0E512D1-E1E9-430C-936E-2E3A2D9DF907}" srcId="{D25FDFBF-D7AB-4189-8D7D-13E40330FACF}" destId="{BA7E8F50-6A7D-4265-BEFC-B80DB38AF0D8}" srcOrd="0" destOrd="0" parTransId="{994CA337-1D69-4795-A737-B670513A3DD5}" sibTransId="{B9043EF4-AC03-4768-93B2-C57B400CD340}"/>
    <dgm:cxn modelId="{186EACD1-E88D-413A-9BB2-E6664DC94481}" type="presOf" srcId="{C78D894A-F8F3-4186-BF90-64BC293625B2}" destId="{E59C5F1B-B5FC-4AE4-BE68-A618C57C15A9}" srcOrd="0" destOrd="0" presId="urn:microsoft.com/office/officeart/2005/8/layout/default"/>
    <dgm:cxn modelId="{D355D1D6-7560-47AB-A3BA-0CC0900E29AD}" type="presOf" srcId="{E0A0F728-64C6-41E0-B048-C1FA5B305007}" destId="{0DC68760-75F6-4F91-893E-CC9FF7234C53}" srcOrd="0" destOrd="0" presId="urn:microsoft.com/office/officeart/2005/8/layout/default"/>
    <dgm:cxn modelId="{7C917DE6-0926-4E60-B33D-9466EBCB5F51}" srcId="{E0A0F728-64C6-41E0-B048-C1FA5B305007}" destId="{202644D5-CCA1-421C-B99F-44A347B22515}" srcOrd="0" destOrd="0" parTransId="{301920F0-F0D3-4F22-95F6-6FDA4429543A}" sibTransId="{F2FD4456-D187-46B6-BD75-3B9711AD8766}"/>
    <dgm:cxn modelId="{FB56BBEB-1A51-404C-8D23-3B23C0A60106}" srcId="{EC9D1817-A874-45DE-84F6-A54AE247542A}" destId="{F19116CC-4595-4981-985D-E19EF981B177}" srcOrd="6" destOrd="0" parTransId="{B1B6095A-4649-41A7-8FB1-F541C0C2FA80}" sibTransId="{8ADF76A6-5E3B-4F62-8E83-1FC2F7DC0321}"/>
    <dgm:cxn modelId="{BA817CF1-033A-4EB8-85BF-16CFE0A967A4}" srcId="{EC9D1817-A874-45DE-84F6-A54AE247542A}" destId="{C78D894A-F8F3-4186-BF90-64BC293625B2}" srcOrd="0" destOrd="0" parTransId="{037BAB88-A014-4BE2-A2E3-4B91A61713FE}" sibTransId="{5BB0C24D-B083-4A88-B844-48104F257142}"/>
    <dgm:cxn modelId="{AB2D30F3-36E2-455A-B16E-0E2AA7CBD664}" type="presOf" srcId="{7A00BCD5-EF51-43EE-BB8A-127A99B0FD65}" destId="{0F1ED758-E6BC-4C2B-BF76-54608E41996D}" srcOrd="0" destOrd="0" presId="urn:microsoft.com/office/officeart/2005/8/layout/default"/>
    <dgm:cxn modelId="{3093898F-AB61-4D71-B38C-08A32ECF5243}" type="presParOf" srcId="{C0BDCF91-C60F-457A-9C52-B19C46F009FD}" destId="{E59C5F1B-B5FC-4AE4-BE68-A618C57C15A9}" srcOrd="0" destOrd="0" presId="urn:microsoft.com/office/officeart/2005/8/layout/default"/>
    <dgm:cxn modelId="{D913E34B-B8F6-495F-8475-2615741D3A9C}" type="presParOf" srcId="{C0BDCF91-C60F-457A-9C52-B19C46F009FD}" destId="{0EAF73FF-EDE8-44F6-92B1-D3A6E0AB0331}" srcOrd="1" destOrd="0" presId="urn:microsoft.com/office/officeart/2005/8/layout/default"/>
    <dgm:cxn modelId="{C2F19783-6A76-4572-B4E8-EB40ECFBC3B4}" type="presParOf" srcId="{C0BDCF91-C60F-457A-9C52-B19C46F009FD}" destId="{D083DA47-0CB0-44CF-A936-CAB591DDF4BE}" srcOrd="2" destOrd="0" presId="urn:microsoft.com/office/officeart/2005/8/layout/default"/>
    <dgm:cxn modelId="{72BCB25A-5217-48A0-B317-B1E656B8B417}" type="presParOf" srcId="{C0BDCF91-C60F-457A-9C52-B19C46F009FD}" destId="{998E2CF4-175A-491E-9974-0C6167441071}" srcOrd="3" destOrd="0" presId="urn:microsoft.com/office/officeart/2005/8/layout/default"/>
    <dgm:cxn modelId="{A6B133D6-0A2B-4331-ACCE-6BB7F86EA118}" type="presParOf" srcId="{C0BDCF91-C60F-457A-9C52-B19C46F009FD}" destId="{7869F4F2-48AA-49DF-8822-71755B388372}" srcOrd="4" destOrd="0" presId="urn:microsoft.com/office/officeart/2005/8/layout/default"/>
    <dgm:cxn modelId="{D97012FD-8684-4E0C-9CB3-E49BF08C59F0}" type="presParOf" srcId="{C0BDCF91-C60F-457A-9C52-B19C46F009FD}" destId="{D53DF34B-64A5-47E1-BBE9-E1FB10EA63A0}" srcOrd="5" destOrd="0" presId="urn:microsoft.com/office/officeart/2005/8/layout/default"/>
    <dgm:cxn modelId="{E76A3590-DC70-437F-8678-E01E7E5E9720}" type="presParOf" srcId="{C0BDCF91-C60F-457A-9C52-B19C46F009FD}" destId="{0DC68760-75F6-4F91-893E-CC9FF7234C53}" srcOrd="6" destOrd="0" presId="urn:microsoft.com/office/officeart/2005/8/layout/default"/>
    <dgm:cxn modelId="{57C5EC63-FAED-4BEE-AD91-418212243A5C}" type="presParOf" srcId="{C0BDCF91-C60F-457A-9C52-B19C46F009FD}" destId="{2731022C-9790-4F71-8A33-CFAB863F4531}" srcOrd="7" destOrd="0" presId="urn:microsoft.com/office/officeart/2005/8/layout/default"/>
    <dgm:cxn modelId="{C22D8B01-95A2-4C34-8BAF-51E2603EAD9D}" type="presParOf" srcId="{C0BDCF91-C60F-457A-9C52-B19C46F009FD}" destId="{47A6FA18-A151-48F9-A0DC-219E21D3DE7E}" srcOrd="8" destOrd="0" presId="urn:microsoft.com/office/officeart/2005/8/layout/default"/>
    <dgm:cxn modelId="{9644A7E9-E09C-47EB-8270-8FFF59AB3EF2}" type="presParOf" srcId="{C0BDCF91-C60F-457A-9C52-B19C46F009FD}" destId="{F8F822B7-DC38-41D1-9ED7-5EFEB0FA2B32}" srcOrd="9" destOrd="0" presId="urn:microsoft.com/office/officeart/2005/8/layout/default"/>
    <dgm:cxn modelId="{36295BCC-1198-4FAA-9B2B-E0AC1ECFA0C0}" type="presParOf" srcId="{C0BDCF91-C60F-457A-9C52-B19C46F009FD}" destId="{01222954-598C-4567-BE29-59690A469A3A}" srcOrd="10" destOrd="0" presId="urn:microsoft.com/office/officeart/2005/8/layout/default"/>
    <dgm:cxn modelId="{9E0FF561-2DCF-4FEF-836D-0A9EC2494FCF}" type="presParOf" srcId="{C0BDCF91-C60F-457A-9C52-B19C46F009FD}" destId="{14C7F68E-10D3-4E9E-91C2-30B0CCCBF2E9}" srcOrd="11" destOrd="0" presId="urn:microsoft.com/office/officeart/2005/8/layout/default"/>
    <dgm:cxn modelId="{109E20A5-7569-4BFA-AB0A-00339AC910EE}" type="presParOf" srcId="{C0BDCF91-C60F-457A-9C52-B19C46F009FD}" destId="{C2552565-5A36-4041-801D-81D679B14574}" srcOrd="12" destOrd="0" presId="urn:microsoft.com/office/officeart/2005/8/layout/default"/>
    <dgm:cxn modelId="{EDCA3B08-CB4D-4FC7-8AE1-6A73145DD8ED}" type="presParOf" srcId="{C0BDCF91-C60F-457A-9C52-B19C46F009FD}" destId="{3922C6F4-F700-4653-9A3B-1B1E8FF52B16}" srcOrd="13" destOrd="0" presId="urn:microsoft.com/office/officeart/2005/8/layout/default"/>
    <dgm:cxn modelId="{7B7F8207-573F-4E4C-8A1E-CE529D948682}" type="presParOf" srcId="{C0BDCF91-C60F-457A-9C52-B19C46F009FD}" destId="{FDEF54EE-FEA0-482B-8A46-21CB5D121AA7}" srcOrd="14" destOrd="0" presId="urn:microsoft.com/office/officeart/2005/8/layout/default"/>
    <dgm:cxn modelId="{99BC193D-03B3-46F3-9D50-DF727C2A2D03}" type="presParOf" srcId="{C0BDCF91-C60F-457A-9C52-B19C46F009FD}" destId="{90F8CA0D-4263-40C5-8C2E-D3DC40454378}" srcOrd="15" destOrd="0" presId="urn:microsoft.com/office/officeart/2005/8/layout/default"/>
    <dgm:cxn modelId="{941434E2-E48A-4FF4-A5DD-A2B74A67B49D}" type="presParOf" srcId="{C0BDCF91-C60F-457A-9C52-B19C46F009FD}" destId="{0F1ED758-E6BC-4C2B-BF76-54608E41996D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FFFDEC-FA5D-4B10-A4EC-D8ECFAD5D5C2}" type="doc">
      <dgm:prSet loTypeId="urn:microsoft.com/office/officeart/2005/8/layout/vList5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35777F0-A490-49E2-8C79-B0C006A01FE7}">
      <dgm:prSet/>
      <dgm:spPr/>
      <dgm:t>
        <a:bodyPr/>
        <a:lstStyle/>
        <a:p>
          <a:r>
            <a:rPr lang="en-US" b="1"/>
            <a:t>✓ Comprehensive Data Integration</a:t>
          </a:r>
          <a:endParaRPr lang="en-US"/>
        </a:p>
      </dgm:t>
    </dgm:pt>
    <dgm:pt modelId="{810D4558-0BEB-474A-A366-C4CEDFFCDC69}" type="parTrans" cxnId="{8CE99EB6-62B7-4808-9C65-0E1A218EA04B}">
      <dgm:prSet/>
      <dgm:spPr/>
      <dgm:t>
        <a:bodyPr/>
        <a:lstStyle/>
        <a:p>
          <a:endParaRPr lang="en-US"/>
        </a:p>
      </dgm:t>
    </dgm:pt>
    <dgm:pt modelId="{48EA1A12-2AC7-42AB-81AC-5CC2110C0C9A}" type="sibTrans" cxnId="{8CE99EB6-62B7-4808-9C65-0E1A218EA04B}">
      <dgm:prSet/>
      <dgm:spPr/>
      <dgm:t>
        <a:bodyPr/>
        <a:lstStyle/>
        <a:p>
          <a:endParaRPr lang="en-US"/>
        </a:p>
      </dgm:t>
    </dgm:pt>
    <dgm:pt modelId="{5352209F-7173-4EAC-A287-1F31E6110B2A}">
      <dgm:prSet/>
      <dgm:spPr/>
      <dgm:t>
        <a:bodyPr/>
        <a:lstStyle/>
        <a:p>
          <a:r>
            <a:rPr lang="en-US"/>
            <a:t>Successfully consolidated multi-dimensional data (temporal, demographic, financial) into cohesive analytical framework</a:t>
          </a:r>
        </a:p>
      </dgm:t>
    </dgm:pt>
    <dgm:pt modelId="{946EC689-A74D-49CB-BCE3-2928EFE4A044}" type="parTrans" cxnId="{A06C727D-185E-44D5-BF5F-C3668061D917}">
      <dgm:prSet/>
      <dgm:spPr/>
      <dgm:t>
        <a:bodyPr/>
        <a:lstStyle/>
        <a:p>
          <a:endParaRPr lang="en-US"/>
        </a:p>
      </dgm:t>
    </dgm:pt>
    <dgm:pt modelId="{9CBF8278-FD8F-4740-8C4B-3A4A2E55619F}" type="sibTrans" cxnId="{A06C727D-185E-44D5-BF5F-C3668061D917}">
      <dgm:prSet/>
      <dgm:spPr/>
      <dgm:t>
        <a:bodyPr/>
        <a:lstStyle/>
        <a:p>
          <a:endParaRPr lang="en-US"/>
        </a:p>
      </dgm:t>
    </dgm:pt>
    <dgm:pt modelId="{ECECA3CA-C251-4049-81DD-FFD7E02717D6}">
      <dgm:prSet/>
      <dgm:spPr/>
      <dgm:t>
        <a:bodyPr/>
        <a:lstStyle/>
        <a:p>
          <a:r>
            <a:rPr lang="en-US" b="1"/>
            <a:t>✓ Financial Quantification</a:t>
          </a:r>
          <a:endParaRPr lang="en-US"/>
        </a:p>
      </dgm:t>
    </dgm:pt>
    <dgm:pt modelId="{689CC672-780D-4187-A35E-568B1458B64D}" type="parTrans" cxnId="{D60E095D-0965-4312-9AFD-26E5542A94C4}">
      <dgm:prSet/>
      <dgm:spPr/>
      <dgm:t>
        <a:bodyPr/>
        <a:lstStyle/>
        <a:p>
          <a:endParaRPr lang="en-US"/>
        </a:p>
      </dgm:t>
    </dgm:pt>
    <dgm:pt modelId="{DCFCD7B0-33D4-4F3F-ACBE-319F6915C8C8}" type="sibTrans" cxnId="{D60E095D-0965-4312-9AFD-26E5542A94C4}">
      <dgm:prSet/>
      <dgm:spPr/>
      <dgm:t>
        <a:bodyPr/>
        <a:lstStyle/>
        <a:p>
          <a:endParaRPr lang="en-US"/>
        </a:p>
      </dgm:t>
    </dgm:pt>
    <dgm:pt modelId="{6259D0F7-3D06-4254-8C79-6B3D407239C0}">
      <dgm:prSet/>
      <dgm:spPr/>
      <dgm:t>
        <a:bodyPr/>
        <a:lstStyle/>
        <a:p>
          <a:r>
            <a:rPr lang="en-US"/>
            <a:t>Accurately monetized absenteeism impact ($1M+ total), enabling ROI-based decision making</a:t>
          </a:r>
        </a:p>
      </dgm:t>
    </dgm:pt>
    <dgm:pt modelId="{D6C9672C-8B82-4414-8C4A-E53C12B2B84F}" type="parTrans" cxnId="{50E249F1-B175-4C48-9B38-A02CCF240DD6}">
      <dgm:prSet/>
      <dgm:spPr/>
      <dgm:t>
        <a:bodyPr/>
        <a:lstStyle/>
        <a:p>
          <a:endParaRPr lang="en-US"/>
        </a:p>
      </dgm:t>
    </dgm:pt>
    <dgm:pt modelId="{1E02170E-C05B-480C-A2B8-04BBB47170D7}" type="sibTrans" cxnId="{50E249F1-B175-4C48-9B38-A02CCF240DD6}">
      <dgm:prSet/>
      <dgm:spPr/>
      <dgm:t>
        <a:bodyPr/>
        <a:lstStyle/>
        <a:p>
          <a:endParaRPr lang="en-US"/>
        </a:p>
      </dgm:t>
    </dgm:pt>
    <dgm:pt modelId="{7346B57A-429D-476E-BE1F-B0B7F512D5E6}">
      <dgm:prSet/>
      <dgm:spPr/>
      <dgm:t>
        <a:bodyPr/>
        <a:lstStyle/>
        <a:p>
          <a:r>
            <a:rPr lang="en-US" b="1"/>
            <a:t>✓ Risk Stratification</a:t>
          </a:r>
          <a:endParaRPr lang="en-US"/>
        </a:p>
      </dgm:t>
    </dgm:pt>
    <dgm:pt modelId="{B07AB2EE-53D3-4AA1-81AD-2386B4F229DC}" type="parTrans" cxnId="{7844C326-9D4C-411F-922F-308526B70C49}">
      <dgm:prSet/>
      <dgm:spPr/>
      <dgm:t>
        <a:bodyPr/>
        <a:lstStyle/>
        <a:p>
          <a:endParaRPr lang="en-US"/>
        </a:p>
      </dgm:t>
    </dgm:pt>
    <dgm:pt modelId="{C548E319-7556-4343-A021-69BA860FCEAD}" type="sibTrans" cxnId="{7844C326-9D4C-411F-922F-308526B70C49}">
      <dgm:prSet/>
      <dgm:spPr/>
      <dgm:t>
        <a:bodyPr/>
        <a:lstStyle/>
        <a:p>
          <a:endParaRPr lang="en-US"/>
        </a:p>
      </dgm:t>
    </dgm:pt>
    <dgm:pt modelId="{A5FB3D1A-DB29-4CD0-8130-6D3A284B7171}">
      <dgm:prSet/>
      <dgm:spPr/>
      <dgm:t>
        <a:bodyPr/>
        <a:lstStyle/>
        <a:p>
          <a:r>
            <a:rPr lang="en-US"/>
            <a:t>Identified 8 high-risk employees representing disproportionate costs - precision targeting capability</a:t>
          </a:r>
        </a:p>
      </dgm:t>
    </dgm:pt>
    <dgm:pt modelId="{25E2B15E-F9EC-4F90-987E-E42FCCEED42A}" type="parTrans" cxnId="{55603F60-4A33-447F-9D88-606DCAA48824}">
      <dgm:prSet/>
      <dgm:spPr/>
      <dgm:t>
        <a:bodyPr/>
        <a:lstStyle/>
        <a:p>
          <a:endParaRPr lang="en-US"/>
        </a:p>
      </dgm:t>
    </dgm:pt>
    <dgm:pt modelId="{9CA33FA0-68C4-4DF2-8058-DE9B38BDEA32}" type="sibTrans" cxnId="{55603F60-4A33-447F-9D88-606DCAA48824}">
      <dgm:prSet/>
      <dgm:spPr/>
      <dgm:t>
        <a:bodyPr/>
        <a:lstStyle/>
        <a:p>
          <a:endParaRPr lang="en-US"/>
        </a:p>
      </dgm:t>
    </dgm:pt>
    <dgm:pt modelId="{9D2B737E-B821-4B00-9203-1D504300356B}">
      <dgm:prSet/>
      <dgm:spPr/>
      <dgm:t>
        <a:bodyPr/>
        <a:lstStyle/>
        <a:p>
          <a:r>
            <a:rPr lang="en-US" b="1"/>
            <a:t>✓ Pattern Recognition</a:t>
          </a:r>
          <a:endParaRPr lang="en-US"/>
        </a:p>
      </dgm:t>
    </dgm:pt>
    <dgm:pt modelId="{A7DA9316-AB0D-4974-9B9E-FED1256EA9CA}" type="parTrans" cxnId="{86B14C25-2B5A-4608-9611-1714973F1605}">
      <dgm:prSet/>
      <dgm:spPr/>
      <dgm:t>
        <a:bodyPr/>
        <a:lstStyle/>
        <a:p>
          <a:endParaRPr lang="en-US"/>
        </a:p>
      </dgm:t>
    </dgm:pt>
    <dgm:pt modelId="{B90CC7CF-96B2-44E2-9DD4-1971BD8AFF90}" type="sibTrans" cxnId="{86B14C25-2B5A-4608-9611-1714973F1605}">
      <dgm:prSet/>
      <dgm:spPr/>
      <dgm:t>
        <a:bodyPr/>
        <a:lstStyle/>
        <a:p>
          <a:endParaRPr lang="en-US"/>
        </a:p>
      </dgm:t>
    </dgm:pt>
    <dgm:pt modelId="{5439EE32-2BE4-4F55-A796-3A9BE1F6B97A}">
      <dgm:prSet/>
      <dgm:spPr/>
      <dgm:t>
        <a:bodyPr/>
        <a:lstStyle/>
        <a:p>
          <a:r>
            <a:rPr lang="en-US"/>
            <a:t>Uncovered actionable temporal patterns (Monday 29% premium, seasonal variations) for operational planning</a:t>
          </a:r>
        </a:p>
      </dgm:t>
    </dgm:pt>
    <dgm:pt modelId="{150FDAC2-9A58-4D87-8F86-66D539D722DA}" type="parTrans" cxnId="{585AADB4-19F9-49A2-BC89-A9B0ACF5C4E8}">
      <dgm:prSet/>
      <dgm:spPr/>
      <dgm:t>
        <a:bodyPr/>
        <a:lstStyle/>
        <a:p>
          <a:endParaRPr lang="en-US"/>
        </a:p>
      </dgm:t>
    </dgm:pt>
    <dgm:pt modelId="{1456F55A-9B0D-4ABC-9023-3E62C163C3A7}" type="sibTrans" cxnId="{585AADB4-19F9-49A2-BC89-A9B0ACF5C4E8}">
      <dgm:prSet/>
      <dgm:spPr/>
      <dgm:t>
        <a:bodyPr/>
        <a:lstStyle/>
        <a:p>
          <a:endParaRPr lang="en-US"/>
        </a:p>
      </dgm:t>
    </dgm:pt>
    <dgm:pt modelId="{1979A557-277E-4A1D-9652-1C44E54C5648}">
      <dgm:prSet/>
      <dgm:spPr/>
      <dgm:t>
        <a:bodyPr/>
        <a:lstStyle/>
        <a:p>
          <a:r>
            <a:rPr lang="en-US" b="1"/>
            <a:t>✓ Visual Dashboard Design</a:t>
          </a:r>
          <a:endParaRPr lang="en-US"/>
        </a:p>
      </dgm:t>
    </dgm:pt>
    <dgm:pt modelId="{7CE81127-9FE6-44F1-9831-A5B94B714085}" type="parTrans" cxnId="{03FC0E82-0FE1-4E55-96F0-FC962B9F2F24}">
      <dgm:prSet/>
      <dgm:spPr/>
      <dgm:t>
        <a:bodyPr/>
        <a:lstStyle/>
        <a:p>
          <a:endParaRPr lang="en-US"/>
        </a:p>
      </dgm:t>
    </dgm:pt>
    <dgm:pt modelId="{42B23AE5-6EC0-4776-9F2C-687EC0E83F5A}" type="sibTrans" cxnId="{03FC0E82-0FE1-4E55-96F0-FC962B9F2F24}">
      <dgm:prSet/>
      <dgm:spPr/>
      <dgm:t>
        <a:bodyPr/>
        <a:lstStyle/>
        <a:p>
          <a:endParaRPr lang="en-US"/>
        </a:p>
      </dgm:t>
    </dgm:pt>
    <dgm:pt modelId="{42574D0A-9775-4401-8F9C-AA984BDC2F12}">
      <dgm:prSet/>
      <dgm:spPr/>
      <dgm:t>
        <a:bodyPr/>
        <a:lstStyle/>
        <a:p>
          <a:r>
            <a:rPr lang="en-US"/>
            <a:t>Created intuitive, executive-level dashboards translating complex data into strategic insights</a:t>
          </a:r>
        </a:p>
      </dgm:t>
    </dgm:pt>
    <dgm:pt modelId="{674CFA70-2D3D-49E7-BB84-4B4E3827BBB2}" type="parTrans" cxnId="{E796B8FB-2134-42D3-8745-A0932AA2C950}">
      <dgm:prSet/>
      <dgm:spPr/>
      <dgm:t>
        <a:bodyPr/>
        <a:lstStyle/>
        <a:p>
          <a:endParaRPr lang="en-US"/>
        </a:p>
      </dgm:t>
    </dgm:pt>
    <dgm:pt modelId="{6744C3C2-2261-40A7-B891-BE79A1984CB9}" type="sibTrans" cxnId="{E796B8FB-2134-42D3-8745-A0932AA2C950}">
      <dgm:prSet/>
      <dgm:spPr/>
      <dgm:t>
        <a:bodyPr/>
        <a:lstStyle/>
        <a:p>
          <a:endParaRPr lang="en-US"/>
        </a:p>
      </dgm:t>
    </dgm:pt>
    <dgm:pt modelId="{09CB9D62-9E8D-498D-B50D-868B9659ECB9}">
      <dgm:prSet/>
      <dgm:spPr/>
      <dgm:t>
        <a:bodyPr/>
        <a:lstStyle/>
        <a:p>
          <a:r>
            <a:rPr lang="en-US" b="1"/>
            <a:t>✓ Multi-Perspective Analysis</a:t>
          </a:r>
          <a:endParaRPr lang="en-US"/>
        </a:p>
      </dgm:t>
    </dgm:pt>
    <dgm:pt modelId="{F698B79D-2F29-4A7C-8414-036F891C7C33}" type="parTrans" cxnId="{D1A17DFB-D808-405A-BAAE-936EF4944965}">
      <dgm:prSet/>
      <dgm:spPr/>
      <dgm:t>
        <a:bodyPr/>
        <a:lstStyle/>
        <a:p>
          <a:endParaRPr lang="en-US"/>
        </a:p>
      </dgm:t>
    </dgm:pt>
    <dgm:pt modelId="{EA648DB7-A967-439A-9798-B35F772D024E}" type="sibTrans" cxnId="{D1A17DFB-D808-405A-BAAE-936EF4944965}">
      <dgm:prSet/>
      <dgm:spPr/>
      <dgm:t>
        <a:bodyPr/>
        <a:lstStyle/>
        <a:p>
          <a:endParaRPr lang="en-US"/>
        </a:p>
      </dgm:t>
    </dgm:pt>
    <dgm:pt modelId="{C21EDF4F-0A35-4B35-86FB-DC86CB4BB84A}">
      <dgm:prSet/>
      <dgm:spPr/>
      <dgm:t>
        <a:bodyPr/>
        <a:lstStyle/>
        <a:p>
          <a:r>
            <a:rPr lang="en-US"/>
            <a:t>Integrated demographic, temporal, and categorical views providing holistic understanding</a:t>
          </a:r>
        </a:p>
      </dgm:t>
    </dgm:pt>
    <dgm:pt modelId="{E9A70D55-3AF9-41DB-863B-9B288B6367A2}" type="parTrans" cxnId="{335D5E48-125C-49BD-B6D0-4284747A6815}">
      <dgm:prSet/>
      <dgm:spPr/>
      <dgm:t>
        <a:bodyPr/>
        <a:lstStyle/>
        <a:p>
          <a:endParaRPr lang="en-US"/>
        </a:p>
      </dgm:t>
    </dgm:pt>
    <dgm:pt modelId="{E9E0F712-9FA1-48C5-8D03-1CDA3A8F47BD}" type="sibTrans" cxnId="{335D5E48-125C-49BD-B6D0-4284747A6815}">
      <dgm:prSet/>
      <dgm:spPr/>
      <dgm:t>
        <a:bodyPr/>
        <a:lstStyle/>
        <a:p>
          <a:endParaRPr lang="en-US"/>
        </a:p>
      </dgm:t>
    </dgm:pt>
    <dgm:pt modelId="{8EC8B047-5A75-44ED-BED5-592C878DD0B5}" type="pres">
      <dgm:prSet presAssocID="{FFFFFDEC-FA5D-4B10-A4EC-D8ECFAD5D5C2}" presName="Name0" presStyleCnt="0">
        <dgm:presLayoutVars>
          <dgm:dir/>
          <dgm:animLvl val="lvl"/>
          <dgm:resizeHandles val="exact"/>
        </dgm:presLayoutVars>
      </dgm:prSet>
      <dgm:spPr/>
    </dgm:pt>
    <dgm:pt modelId="{67E3630D-6239-4134-BB36-57A1594DF849}" type="pres">
      <dgm:prSet presAssocID="{F35777F0-A490-49E2-8C79-B0C006A01FE7}" presName="linNode" presStyleCnt="0"/>
      <dgm:spPr/>
    </dgm:pt>
    <dgm:pt modelId="{33F177C8-685C-4D19-94CA-0786BA2BB700}" type="pres">
      <dgm:prSet presAssocID="{F35777F0-A490-49E2-8C79-B0C006A01FE7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319A1CDE-C180-47A3-A5A9-6E293BB3AF7C}" type="pres">
      <dgm:prSet presAssocID="{F35777F0-A490-49E2-8C79-B0C006A01FE7}" presName="descendantText" presStyleLbl="alignAccFollowNode1" presStyleIdx="0" presStyleCnt="6">
        <dgm:presLayoutVars>
          <dgm:bulletEnabled val="1"/>
        </dgm:presLayoutVars>
      </dgm:prSet>
      <dgm:spPr/>
    </dgm:pt>
    <dgm:pt modelId="{B197AE20-B14C-48AF-A250-FED592D0D8AB}" type="pres">
      <dgm:prSet presAssocID="{48EA1A12-2AC7-42AB-81AC-5CC2110C0C9A}" presName="sp" presStyleCnt="0"/>
      <dgm:spPr/>
    </dgm:pt>
    <dgm:pt modelId="{12774D42-B36C-488B-A5DB-E7C85DDB8519}" type="pres">
      <dgm:prSet presAssocID="{ECECA3CA-C251-4049-81DD-FFD7E02717D6}" presName="linNode" presStyleCnt="0"/>
      <dgm:spPr/>
    </dgm:pt>
    <dgm:pt modelId="{6408A80F-B6A3-4DB5-98A8-E8B62FD0F430}" type="pres">
      <dgm:prSet presAssocID="{ECECA3CA-C251-4049-81DD-FFD7E02717D6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9CC505D3-35F4-4D5C-A6B9-365E86667B18}" type="pres">
      <dgm:prSet presAssocID="{ECECA3CA-C251-4049-81DD-FFD7E02717D6}" presName="descendantText" presStyleLbl="alignAccFollowNode1" presStyleIdx="1" presStyleCnt="6">
        <dgm:presLayoutVars>
          <dgm:bulletEnabled val="1"/>
        </dgm:presLayoutVars>
      </dgm:prSet>
      <dgm:spPr/>
    </dgm:pt>
    <dgm:pt modelId="{308ABC35-7AAF-4B9B-ACAA-6CDFD7DFE70A}" type="pres">
      <dgm:prSet presAssocID="{DCFCD7B0-33D4-4F3F-ACBE-319F6915C8C8}" presName="sp" presStyleCnt="0"/>
      <dgm:spPr/>
    </dgm:pt>
    <dgm:pt modelId="{1FE0580D-3387-453E-990F-FAB428EFCDF8}" type="pres">
      <dgm:prSet presAssocID="{7346B57A-429D-476E-BE1F-B0B7F512D5E6}" presName="linNode" presStyleCnt="0"/>
      <dgm:spPr/>
    </dgm:pt>
    <dgm:pt modelId="{7A06AD88-834E-41EB-947F-EBDF1BAB013A}" type="pres">
      <dgm:prSet presAssocID="{7346B57A-429D-476E-BE1F-B0B7F512D5E6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9A76A69C-0162-4F5B-A18F-D82B6FEDC08D}" type="pres">
      <dgm:prSet presAssocID="{7346B57A-429D-476E-BE1F-B0B7F512D5E6}" presName="descendantText" presStyleLbl="alignAccFollowNode1" presStyleIdx="2" presStyleCnt="6">
        <dgm:presLayoutVars>
          <dgm:bulletEnabled val="1"/>
        </dgm:presLayoutVars>
      </dgm:prSet>
      <dgm:spPr/>
    </dgm:pt>
    <dgm:pt modelId="{136E53A2-93BD-4419-8F93-E6CD92B5162E}" type="pres">
      <dgm:prSet presAssocID="{C548E319-7556-4343-A021-69BA860FCEAD}" presName="sp" presStyleCnt="0"/>
      <dgm:spPr/>
    </dgm:pt>
    <dgm:pt modelId="{278D07E6-FE49-4999-B0C0-7A874D619E7B}" type="pres">
      <dgm:prSet presAssocID="{9D2B737E-B821-4B00-9203-1D504300356B}" presName="linNode" presStyleCnt="0"/>
      <dgm:spPr/>
    </dgm:pt>
    <dgm:pt modelId="{16D5E821-0814-4D8C-97B7-0AEBE0891689}" type="pres">
      <dgm:prSet presAssocID="{9D2B737E-B821-4B00-9203-1D504300356B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B57CC4DD-87C8-4CA8-9C3D-1A16564C0130}" type="pres">
      <dgm:prSet presAssocID="{9D2B737E-B821-4B00-9203-1D504300356B}" presName="descendantText" presStyleLbl="alignAccFollowNode1" presStyleIdx="3" presStyleCnt="6">
        <dgm:presLayoutVars>
          <dgm:bulletEnabled val="1"/>
        </dgm:presLayoutVars>
      </dgm:prSet>
      <dgm:spPr/>
    </dgm:pt>
    <dgm:pt modelId="{AAA9C9E0-9410-439E-AE40-79F1F301170D}" type="pres">
      <dgm:prSet presAssocID="{B90CC7CF-96B2-44E2-9DD4-1971BD8AFF90}" presName="sp" presStyleCnt="0"/>
      <dgm:spPr/>
    </dgm:pt>
    <dgm:pt modelId="{04A765A7-2ABB-4A15-866E-7B7CD725F11A}" type="pres">
      <dgm:prSet presAssocID="{1979A557-277E-4A1D-9652-1C44E54C5648}" presName="linNode" presStyleCnt="0"/>
      <dgm:spPr/>
    </dgm:pt>
    <dgm:pt modelId="{ED45201E-F160-422C-898C-70AABD375FB7}" type="pres">
      <dgm:prSet presAssocID="{1979A557-277E-4A1D-9652-1C44E54C5648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D1D2AC4F-CF4B-43E9-A035-A1CB97E5AEE0}" type="pres">
      <dgm:prSet presAssocID="{1979A557-277E-4A1D-9652-1C44E54C5648}" presName="descendantText" presStyleLbl="alignAccFollowNode1" presStyleIdx="4" presStyleCnt="6">
        <dgm:presLayoutVars>
          <dgm:bulletEnabled val="1"/>
        </dgm:presLayoutVars>
      </dgm:prSet>
      <dgm:spPr/>
    </dgm:pt>
    <dgm:pt modelId="{3C9119B5-A79E-454C-A8F6-131B7C7A9134}" type="pres">
      <dgm:prSet presAssocID="{42B23AE5-6EC0-4776-9F2C-687EC0E83F5A}" presName="sp" presStyleCnt="0"/>
      <dgm:spPr/>
    </dgm:pt>
    <dgm:pt modelId="{2AFFDC45-D939-48FE-8A17-6B86B9CEB0CF}" type="pres">
      <dgm:prSet presAssocID="{09CB9D62-9E8D-498D-B50D-868B9659ECB9}" presName="linNode" presStyleCnt="0"/>
      <dgm:spPr/>
    </dgm:pt>
    <dgm:pt modelId="{2CE9B6C9-BF1F-4D75-9A74-F3FA149DFE53}" type="pres">
      <dgm:prSet presAssocID="{09CB9D62-9E8D-498D-B50D-868B9659ECB9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72A2148D-A706-4392-9452-FA1A19BE04A8}" type="pres">
      <dgm:prSet presAssocID="{09CB9D62-9E8D-498D-B50D-868B9659ECB9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A949B214-CB58-40D4-91DA-074DFA606F28}" type="presOf" srcId="{5352209F-7173-4EAC-A287-1F31E6110B2A}" destId="{319A1CDE-C180-47A3-A5A9-6E293BB3AF7C}" srcOrd="0" destOrd="0" presId="urn:microsoft.com/office/officeart/2005/8/layout/vList5"/>
    <dgm:cxn modelId="{B28AEB22-8FCA-4E6A-881C-1F41AA475E9A}" type="presOf" srcId="{5439EE32-2BE4-4F55-A796-3A9BE1F6B97A}" destId="{B57CC4DD-87C8-4CA8-9C3D-1A16564C0130}" srcOrd="0" destOrd="0" presId="urn:microsoft.com/office/officeart/2005/8/layout/vList5"/>
    <dgm:cxn modelId="{86B14C25-2B5A-4608-9611-1714973F1605}" srcId="{FFFFFDEC-FA5D-4B10-A4EC-D8ECFAD5D5C2}" destId="{9D2B737E-B821-4B00-9203-1D504300356B}" srcOrd="3" destOrd="0" parTransId="{A7DA9316-AB0D-4974-9B9E-FED1256EA9CA}" sibTransId="{B90CC7CF-96B2-44E2-9DD4-1971BD8AFF90}"/>
    <dgm:cxn modelId="{7844C326-9D4C-411F-922F-308526B70C49}" srcId="{FFFFFDEC-FA5D-4B10-A4EC-D8ECFAD5D5C2}" destId="{7346B57A-429D-476E-BE1F-B0B7F512D5E6}" srcOrd="2" destOrd="0" parTransId="{B07AB2EE-53D3-4AA1-81AD-2386B4F229DC}" sibTransId="{C548E319-7556-4343-A021-69BA860FCEAD}"/>
    <dgm:cxn modelId="{DEE48836-A5A9-43D4-8D0D-7352D6C8196A}" type="presOf" srcId="{ECECA3CA-C251-4049-81DD-FFD7E02717D6}" destId="{6408A80F-B6A3-4DB5-98A8-E8B62FD0F430}" srcOrd="0" destOrd="0" presId="urn:microsoft.com/office/officeart/2005/8/layout/vList5"/>
    <dgm:cxn modelId="{93A6313A-5140-4EF2-88CA-97EB7211FF42}" type="presOf" srcId="{FFFFFDEC-FA5D-4B10-A4EC-D8ECFAD5D5C2}" destId="{8EC8B047-5A75-44ED-BED5-592C878DD0B5}" srcOrd="0" destOrd="0" presId="urn:microsoft.com/office/officeart/2005/8/layout/vList5"/>
    <dgm:cxn modelId="{D60E095D-0965-4312-9AFD-26E5542A94C4}" srcId="{FFFFFDEC-FA5D-4B10-A4EC-D8ECFAD5D5C2}" destId="{ECECA3CA-C251-4049-81DD-FFD7E02717D6}" srcOrd="1" destOrd="0" parTransId="{689CC672-780D-4187-A35E-568B1458B64D}" sibTransId="{DCFCD7B0-33D4-4F3F-ACBE-319F6915C8C8}"/>
    <dgm:cxn modelId="{55603F60-4A33-447F-9D88-606DCAA48824}" srcId="{7346B57A-429D-476E-BE1F-B0B7F512D5E6}" destId="{A5FB3D1A-DB29-4CD0-8130-6D3A284B7171}" srcOrd="0" destOrd="0" parTransId="{25E2B15E-F9EC-4F90-987E-E42FCCEED42A}" sibTransId="{9CA33FA0-68C4-4DF2-8058-DE9B38BDEA32}"/>
    <dgm:cxn modelId="{335D5E48-125C-49BD-B6D0-4284747A6815}" srcId="{09CB9D62-9E8D-498D-B50D-868B9659ECB9}" destId="{C21EDF4F-0A35-4B35-86FB-DC86CB4BB84A}" srcOrd="0" destOrd="0" parTransId="{E9A70D55-3AF9-41DB-863B-9B288B6367A2}" sibTransId="{E9E0F712-9FA1-48C5-8D03-1CDA3A8F47BD}"/>
    <dgm:cxn modelId="{E226B76F-C587-433F-9D67-1DA8878119F8}" type="presOf" srcId="{A5FB3D1A-DB29-4CD0-8130-6D3A284B7171}" destId="{9A76A69C-0162-4F5B-A18F-D82B6FEDC08D}" srcOrd="0" destOrd="0" presId="urn:microsoft.com/office/officeart/2005/8/layout/vList5"/>
    <dgm:cxn modelId="{A06C727D-185E-44D5-BF5F-C3668061D917}" srcId="{F35777F0-A490-49E2-8C79-B0C006A01FE7}" destId="{5352209F-7173-4EAC-A287-1F31E6110B2A}" srcOrd="0" destOrd="0" parTransId="{946EC689-A74D-49CB-BCE3-2928EFE4A044}" sibTransId="{9CBF8278-FD8F-4740-8C4B-3A4A2E55619F}"/>
    <dgm:cxn modelId="{03FC0E82-0FE1-4E55-96F0-FC962B9F2F24}" srcId="{FFFFFDEC-FA5D-4B10-A4EC-D8ECFAD5D5C2}" destId="{1979A557-277E-4A1D-9652-1C44E54C5648}" srcOrd="4" destOrd="0" parTransId="{7CE81127-9FE6-44F1-9831-A5B94B714085}" sibTransId="{42B23AE5-6EC0-4776-9F2C-687EC0E83F5A}"/>
    <dgm:cxn modelId="{C9E8F083-B91E-46EB-B80D-D297188D37CE}" type="presOf" srcId="{C21EDF4F-0A35-4B35-86FB-DC86CB4BB84A}" destId="{72A2148D-A706-4392-9452-FA1A19BE04A8}" srcOrd="0" destOrd="0" presId="urn:microsoft.com/office/officeart/2005/8/layout/vList5"/>
    <dgm:cxn modelId="{FA831D87-BEF9-4836-86B7-275406826411}" type="presOf" srcId="{F35777F0-A490-49E2-8C79-B0C006A01FE7}" destId="{33F177C8-685C-4D19-94CA-0786BA2BB700}" srcOrd="0" destOrd="0" presId="urn:microsoft.com/office/officeart/2005/8/layout/vList5"/>
    <dgm:cxn modelId="{9A0BCE97-5F9D-4D21-A736-8414951148D6}" type="presOf" srcId="{6259D0F7-3D06-4254-8C79-6B3D407239C0}" destId="{9CC505D3-35F4-4D5C-A6B9-365E86667B18}" srcOrd="0" destOrd="0" presId="urn:microsoft.com/office/officeart/2005/8/layout/vList5"/>
    <dgm:cxn modelId="{E96301AE-6602-413B-BD56-A044C45B28B2}" type="presOf" srcId="{42574D0A-9775-4401-8F9C-AA984BDC2F12}" destId="{D1D2AC4F-CF4B-43E9-A035-A1CB97E5AEE0}" srcOrd="0" destOrd="0" presId="urn:microsoft.com/office/officeart/2005/8/layout/vList5"/>
    <dgm:cxn modelId="{2AC415B0-D840-4117-BF6F-EB662FF1DB5C}" type="presOf" srcId="{9D2B737E-B821-4B00-9203-1D504300356B}" destId="{16D5E821-0814-4D8C-97B7-0AEBE0891689}" srcOrd="0" destOrd="0" presId="urn:microsoft.com/office/officeart/2005/8/layout/vList5"/>
    <dgm:cxn modelId="{585AADB4-19F9-49A2-BC89-A9B0ACF5C4E8}" srcId="{9D2B737E-B821-4B00-9203-1D504300356B}" destId="{5439EE32-2BE4-4F55-A796-3A9BE1F6B97A}" srcOrd="0" destOrd="0" parTransId="{150FDAC2-9A58-4D87-8F86-66D539D722DA}" sibTransId="{1456F55A-9B0D-4ABC-9023-3E62C163C3A7}"/>
    <dgm:cxn modelId="{8CE99EB6-62B7-4808-9C65-0E1A218EA04B}" srcId="{FFFFFDEC-FA5D-4B10-A4EC-D8ECFAD5D5C2}" destId="{F35777F0-A490-49E2-8C79-B0C006A01FE7}" srcOrd="0" destOrd="0" parTransId="{810D4558-0BEB-474A-A366-C4CEDFFCDC69}" sibTransId="{48EA1A12-2AC7-42AB-81AC-5CC2110C0C9A}"/>
    <dgm:cxn modelId="{C0BA1BD5-E99F-4F50-9093-D9A0BF15BDA3}" type="presOf" srcId="{1979A557-277E-4A1D-9652-1C44E54C5648}" destId="{ED45201E-F160-422C-898C-70AABD375FB7}" srcOrd="0" destOrd="0" presId="urn:microsoft.com/office/officeart/2005/8/layout/vList5"/>
    <dgm:cxn modelId="{F828C4EF-C94B-45BF-86EB-B36410BC18DB}" type="presOf" srcId="{7346B57A-429D-476E-BE1F-B0B7F512D5E6}" destId="{7A06AD88-834E-41EB-947F-EBDF1BAB013A}" srcOrd="0" destOrd="0" presId="urn:microsoft.com/office/officeart/2005/8/layout/vList5"/>
    <dgm:cxn modelId="{50E249F1-B175-4C48-9B38-A02CCF240DD6}" srcId="{ECECA3CA-C251-4049-81DD-FFD7E02717D6}" destId="{6259D0F7-3D06-4254-8C79-6B3D407239C0}" srcOrd="0" destOrd="0" parTransId="{D6C9672C-8B82-4414-8C4A-E53C12B2B84F}" sibTransId="{1E02170E-C05B-480C-A2B8-04BBB47170D7}"/>
    <dgm:cxn modelId="{9C2F71FA-8A3B-4AEA-AB62-9139486C9E2D}" type="presOf" srcId="{09CB9D62-9E8D-498D-B50D-868B9659ECB9}" destId="{2CE9B6C9-BF1F-4D75-9A74-F3FA149DFE53}" srcOrd="0" destOrd="0" presId="urn:microsoft.com/office/officeart/2005/8/layout/vList5"/>
    <dgm:cxn modelId="{D1A17DFB-D808-405A-BAAE-936EF4944965}" srcId="{FFFFFDEC-FA5D-4B10-A4EC-D8ECFAD5D5C2}" destId="{09CB9D62-9E8D-498D-B50D-868B9659ECB9}" srcOrd="5" destOrd="0" parTransId="{F698B79D-2F29-4A7C-8414-036F891C7C33}" sibTransId="{EA648DB7-A967-439A-9798-B35F772D024E}"/>
    <dgm:cxn modelId="{E796B8FB-2134-42D3-8745-A0932AA2C950}" srcId="{1979A557-277E-4A1D-9652-1C44E54C5648}" destId="{42574D0A-9775-4401-8F9C-AA984BDC2F12}" srcOrd="0" destOrd="0" parTransId="{674CFA70-2D3D-49E7-BB84-4B4E3827BBB2}" sibTransId="{6744C3C2-2261-40A7-B891-BE79A1984CB9}"/>
    <dgm:cxn modelId="{64B0DBA6-C72B-42E7-9E5E-B4A8663A0EF6}" type="presParOf" srcId="{8EC8B047-5A75-44ED-BED5-592C878DD0B5}" destId="{67E3630D-6239-4134-BB36-57A1594DF849}" srcOrd="0" destOrd="0" presId="urn:microsoft.com/office/officeart/2005/8/layout/vList5"/>
    <dgm:cxn modelId="{ED52EBC3-E0D0-4287-BE93-47CB054B5B49}" type="presParOf" srcId="{67E3630D-6239-4134-BB36-57A1594DF849}" destId="{33F177C8-685C-4D19-94CA-0786BA2BB700}" srcOrd="0" destOrd="0" presId="urn:microsoft.com/office/officeart/2005/8/layout/vList5"/>
    <dgm:cxn modelId="{588F3550-65F7-4395-A4A7-402D4E5E4103}" type="presParOf" srcId="{67E3630D-6239-4134-BB36-57A1594DF849}" destId="{319A1CDE-C180-47A3-A5A9-6E293BB3AF7C}" srcOrd="1" destOrd="0" presId="urn:microsoft.com/office/officeart/2005/8/layout/vList5"/>
    <dgm:cxn modelId="{BA33073E-4990-4133-A241-5D5EE1E33381}" type="presParOf" srcId="{8EC8B047-5A75-44ED-BED5-592C878DD0B5}" destId="{B197AE20-B14C-48AF-A250-FED592D0D8AB}" srcOrd="1" destOrd="0" presId="urn:microsoft.com/office/officeart/2005/8/layout/vList5"/>
    <dgm:cxn modelId="{48221A8C-1D37-4794-A080-55865876C898}" type="presParOf" srcId="{8EC8B047-5A75-44ED-BED5-592C878DD0B5}" destId="{12774D42-B36C-488B-A5DB-E7C85DDB8519}" srcOrd="2" destOrd="0" presId="urn:microsoft.com/office/officeart/2005/8/layout/vList5"/>
    <dgm:cxn modelId="{D7302182-300F-4612-B2BC-09C9589DF5D5}" type="presParOf" srcId="{12774D42-B36C-488B-A5DB-E7C85DDB8519}" destId="{6408A80F-B6A3-4DB5-98A8-E8B62FD0F430}" srcOrd="0" destOrd="0" presId="urn:microsoft.com/office/officeart/2005/8/layout/vList5"/>
    <dgm:cxn modelId="{4DEC61E5-CF40-4277-9B03-ABC86B5DAD6B}" type="presParOf" srcId="{12774D42-B36C-488B-A5DB-E7C85DDB8519}" destId="{9CC505D3-35F4-4D5C-A6B9-365E86667B18}" srcOrd="1" destOrd="0" presId="urn:microsoft.com/office/officeart/2005/8/layout/vList5"/>
    <dgm:cxn modelId="{149B00A6-A101-4465-8FB6-F950E9C32E55}" type="presParOf" srcId="{8EC8B047-5A75-44ED-BED5-592C878DD0B5}" destId="{308ABC35-7AAF-4B9B-ACAA-6CDFD7DFE70A}" srcOrd="3" destOrd="0" presId="urn:microsoft.com/office/officeart/2005/8/layout/vList5"/>
    <dgm:cxn modelId="{2D6A4C12-CA15-4F73-8F45-57AF8F0F23A0}" type="presParOf" srcId="{8EC8B047-5A75-44ED-BED5-592C878DD0B5}" destId="{1FE0580D-3387-453E-990F-FAB428EFCDF8}" srcOrd="4" destOrd="0" presId="urn:microsoft.com/office/officeart/2005/8/layout/vList5"/>
    <dgm:cxn modelId="{A6A836B2-8DF7-4F68-81DA-4D5386D25846}" type="presParOf" srcId="{1FE0580D-3387-453E-990F-FAB428EFCDF8}" destId="{7A06AD88-834E-41EB-947F-EBDF1BAB013A}" srcOrd="0" destOrd="0" presId="urn:microsoft.com/office/officeart/2005/8/layout/vList5"/>
    <dgm:cxn modelId="{D0DBF44B-719F-421C-8453-F88625883824}" type="presParOf" srcId="{1FE0580D-3387-453E-990F-FAB428EFCDF8}" destId="{9A76A69C-0162-4F5B-A18F-D82B6FEDC08D}" srcOrd="1" destOrd="0" presId="urn:microsoft.com/office/officeart/2005/8/layout/vList5"/>
    <dgm:cxn modelId="{8D99EEA7-ACD1-4FCF-AFE1-8CDE067E8380}" type="presParOf" srcId="{8EC8B047-5A75-44ED-BED5-592C878DD0B5}" destId="{136E53A2-93BD-4419-8F93-E6CD92B5162E}" srcOrd="5" destOrd="0" presId="urn:microsoft.com/office/officeart/2005/8/layout/vList5"/>
    <dgm:cxn modelId="{C8C3B846-2922-44DF-8BF5-D820BE31B669}" type="presParOf" srcId="{8EC8B047-5A75-44ED-BED5-592C878DD0B5}" destId="{278D07E6-FE49-4999-B0C0-7A874D619E7B}" srcOrd="6" destOrd="0" presId="urn:microsoft.com/office/officeart/2005/8/layout/vList5"/>
    <dgm:cxn modelId="{545AD38D-C216-4F35-A8EF-9989EF52A1EC}" type="presParOf" srcId="{278D07E6-FE49-4999-B0C0-7A874D619E7B}" destId="{16D5E821-0814-4D8C-97B7-0AEBE0891689}" srcOrd="0" destOrd="0" presId="urn:microsoft.com/office/officeart/2005/8/layout/vList5"/>
    <dgm:cxn modelId="{1DF06609-8DF3-476F-90EB-453180804908}" type="presParOf" srcId="{278D07E6-FE49-4999-B0C0-7A874D619E7B}" destId="{B57CC4DD-87C8-4CA8-9C3D-1A16564C0130}" srcOrd="1" destOrd="0" presId="urn:microsoft.com/office/officeart/2005/8/layout/vList5"/>
    <dgm:cxn modelId="{FF8276AB-06F4-4CD4-B0D2-7A21E0A17CE7}" type="presParOf" srcId="{8EC8B047-5A75-44ED-BED5-592C878DD0B5}" destId="{AAA9C9E0-9410-439E-AE40-79F1F301170D}" srcOrd="7" destOrd="0" presId="urn:microsoft.com/office/officeart/2005/8/layout/vList5"/>
    <dgm:cxn modelId="{D33FCFA7-8BF6-4063-BEB5-F6B9AEAAA8EF}" type="presParOf" srcId="{8EC8B047-5A75-44ED-BED5-592C878DD0B5}" destId="{04A765A7-2ABB-4A15-866E-7B7CD725F11A}" srcOrd="8" destOrd="0" presId="urn:microsoft.com/office/officeart/2005/8/layout/vList5"/>
    <dgm:cxn modelId="{C23329E2-D2D4-496A-94E9-F31ECBCEF6CA}" type="presParOf" srcId="{04A765A7-2ABB-4A15-866E-7B7CD725F11A}" destId="{ED45201E-F160-422C-898C-70AABD375FB7}" srcOrd="0" destOrd="0" presId="urn:microsoft.com/office/officeart/2005/8/layout/vList5"/>
    <dgm:cxn modelId="{BAC80146-E9B6-4B07-82F1-148CFD3A8DF3}" type="presParOf" srcId="{04A765A7-2ABB-4A15-866E-7B7CD725F11A}" destId="{D1D2AC4F-CF4B-43E9-A035-A1CB97E5AEE0}" srcOrd="1" destOrd="0" presId="urn:microsoft.com/office/officeart/2005/8/layout/vList5"/>
    <dgm:cxn modelId="{8243DB62-614B-465E-803B-AFD638C4FCD5}" type="presParOf" srcId="{8EC8B047-5A75-44ED-BED5-592C878DD0B5}" destId="{3C9119B5-A79E-454C-A8F6-131B7C7A9134}" srcOrd="9" destOrd="0" presId="urn:microsoft.com/office/officeart/2005/8/layout/vList5"/>
    <dgm:cxn modelId="{A3825585-B884-4FBF-AE40-39F6167B5916}" type="presParOf" srcId="{8EC8B047-5A75-44ED-BED5-592C878DD0B5}" destId="{2AFFDC45-D939-48FE-8A17-6B86B9CEB0CF}" srcOrd="10" destOrd="0" presId="urn:microsoft.com/office/officeart/2005/8/layout/vList5"/>
    <dgm:cxn modelId="{83C9F46F-EA83-49B0-9A03-592E53ED557F}" type="presParOf" srcId="{2AFFDC45-D939-48FE-8A17-6B86B9CEB0CF}" destId="{2CE9B6C9-BF1F-4D75-9A74-F3FA149DFE53}" srcOrd="0" destOrd="0" presId="urn:microsoft.com/office/officeart/2005/8/layout/vList5"/>
    <dgm:cxn modelId="{55ED579F-D9CF-437B-A09E-C8EBF47D5055}" type="presParOf" srcId="{2AFFDC45-D939-48FE-8A17-6B86B9CEB0CF}" destId="{72A2148D-A706-4392-9452-FA1A19BE04A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9D8822-147E-4E73-8D1C-49FE0D468934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4F0E215-408F-4921-89DF-F47DD2F2B9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→ Implement Predictive Analytics</a:t>
          </a:r>
          <a:endParaRPr lang="en-US"/>
        </a:p>
      </dgm:t>
    </dgm:pt>
    <dgm:pt modelId="{496F98C1-4A9A-4F87-9005-59F8E2C7AA57}" type="parTrans" cxnId="{559512DB-E562-44CA-9DC7-EE236A04A673}">
      <dgm:prSet/>
      <dgm:spPr/>
      <dgm:t>
        <a:bodyPr/>
        <a:lstStyle/>
        <a:p>
          <a:endParaRPr lang="en-US"/>
        </a:p>
      </dgm:t>
    </dgm:pt>
    <dgm:pt modelId="{880149FC-171D-48CE-96AE-717A7AD80DF9}" type="sibTrans" cxnId="{559512DB-E562-44CA-9DC7-EE236A04A673}">
      <dgm:prSet/>
      <dgm:spPr/>
      <dgm:t>
        <a:bodyPr/>
        <a:lstStyle/>
        <a:p>
          <a:endParaRPr lang="en-US"/>
        </a:p>
      </dgm:t>
    </dgm:pt>
    <dgm:pt modelId="{1BA0E84B-9C0B-4569-A5BF-E3C3C3088D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machine learning models (Random Forest, Time Series) to forecast absenteeism 30-90 days ahead</a:t>
          </a:r>
        </a:p>
      </dgm:t>
    </dgm:pt>
    <dgm:pt modelId="{1613396A-126A-46F1-8735-7B3519C061A0}" type="parTrans" cxnId="{ADD62170-7EEA-4B94-94F8-1931E3EE5733}">
      <dgm:prSet/>
      <dgm:spPr/>
      <dgm:t>
        <a:bodyPr/>
        <a:lstStyle/>
        <a:p>
          <a:endParaRPr lang="en-US"/>
        </a:p>
      </dgm:t>
    </dgm:pt>
    <dgm:pt modelId="{0E7BD3A1-0F31-40AD-982A-1667959AC6C8}" type="sibTrans" cxnId="{ADD62170-7EEA-4B94-94F8-1931E3EE5733}">
      <dgm:prSet/>
      <dgm:spPr/>
      <dgm:t>
        <a:bodyPr/>
        <a:lstStyle/>
        <a:p>
          <a:endParaRPr lang="en-US"/>
        </a:p>
      </dgm:t>
    </dgm:pt>
    <dgm:pt modelId="{9474DE7E-F51E-4858-BE5A-36264DC6A0E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→ Develop Cost-Benefit Framework</a:t>
          </a:r>
          <a:endParaRPr lang="en-US"/>
        </a:p>
      </dgm:t>
    </dgm:pt>
    <dgm:pt modelId="{2C9DEC4A-CDCE-443B-BDE5-EDA98276FED5}" type="parTrans" cxnId="{4CD74F59-B64B-4D65-AB4B-B59BF38420B3}">
      <dgm:prSet/>
      <dgm:spPr/>
      <dgm:t>
        <a:bodyPr/>
        <a:lstStyle/>
        <a:p>
          <a:endParaRPr lang="en-US"/>
        </a:p>
      </dgm:t>
    </dgm:pt>
    <dgm:pt modelId="{E566D6E1-BA2A-4B38-BF8C-EA04E989452F}" type="sibTrans" cxnId="{4CD74F59-B64B-4D65-AB4B-B59BF38420B3}">
      <dgm:prSet/>
      <dgm:spPr/>
      <dgm:t>
        <a:bodyPr/>
        <a:lstStyle/>
        <a:p>
          <a:endParaRPr lang="en-US"/>
        </a:p>
      </dgm:t>
    </dgm:pt>
    <dgm:pt modelId="{2B3386F2-3E1A-459C-8A1A-7D8FD74FAF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ROI calculator for intervention programs with sensitivity analysis for different scenarios</a:t>
          </a:r>
        </a:p>
      </dgm:t>
    </dgm:pt>
    <dgm:pt modelId="{0F4E0BF8-F79A-484D-8997-B6892A75D5F9}" type="parTrans" cxnId="{0DB2E3F4-D6A2-434F-BC1C-1F281984F306}">
      <dgm:prSet/>
      <dgm:spPr/>
      <dgm:t>
        <a:bodyPr/>
        <a:lstStyle/>
        <a:p>
          <a:endParaRPr lang="en-US"/>
        </a:p>
      </dgm:t>
    </dgm:pt>
    <dgm:pt modelId="{C0954D54-0280-47A4-8811-49136B1D45A1}" type="sibTrans" cxnId="{0DB2E3F4-D6A2-434F-BC1C-1F281984F306}">
      <dgm:prSet/>
      <dgm:spPr/>
      <dgm:t>
        <a:bodyPr/>
        <a:lstStyle/>
        <a:p>
          <a:endParaRPr lang="en-US"/>
        </a:p>
      </dgm:t>
    </dgm:pt>
    <dgm:pt modelId="{7D7A75B4-0978-44AC-84D2-55E0AAA610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→ Add Real-Time Monitoring</a:t>
          </a:r>
          <a:endParaRPr lang="en-US"/>
        </a:p>
      </dgm:t>
    </dgm:pt>
    <dgm:pt modelId="{6416E312-DC43-4442-9B08-8F5C27C88D4C}" type="parTrans" cxnId="{6FDF4983-E3B1-4983-83A3-75735A274632}">
      <dgm:prSet/>
      <dgm:spPr/>
      <dgm:t>
        <a:bodyPr/>
        <a:lstStyle/>
        <a:p>
          <a:endParaRPr lang="en-US"/>
        </a:p>
      </dgm:t>
    </dgm:pt>
    <dgm:pt modelId="{153FF4BD-DAA0-4AFE-832D-254A4B7B6EE2}" type="sibTrans" cxnId="{6FDF4983-E3B1-4983-83A3-75735A274632}">
      <dgm:prSet/>
      <dgm:spPr/>
      <dgm:t>
        <a:bodyPr/>
        <a:lstStyle/>
        <a:p>
          <a:endParaRPr lang="en-US"/>
        </a:p>
      </dgm:t>
    </dgm:pt>
    <dgm:pt modelId="{02DBE6C5-E21E-4BB4-A5D6-E61DFFF4C1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live dashboards with automated alerts when costs exceed thresholds ($50K weekly)</a:t>
          </a:r>
        </a:p>
      </dgm:t>
    </dgm:pt>
    <dgm:pt modelId="{CD071618-2F7B-439E-AE8D-76F5FAAC0003}" type="parTrans" cxnId="{C271EA62-545A-421C-A5DE-7256432283CE}">
      <dgm:prSet/>
      <dgm:spPr/>
      <dgm:t>
        <a:bodyPr/>
        <a:lstStyle/>
        <a:p>
          <a:endParaRPr lang="en-US"/>
        </a:p>
      </dgm:t>
    </dgm:pt>
    <dgm:pt modelId="{BDAE7FC5-170C-437E-8A60-2238F496A48F}" type="sibTrans" cxnId="{C271EA62-545A-421C-A5DE-7256432283CE}">
      <dgm:prSet/>
      <dgm:spPr/>
      <dgm:t>
        <a:bodyPr/>
        <a:lstStyle/>
        <a:p>
          <a:endParaRPr lang="en-US"/>
        </a:p>
      </dgm:t>
    </dgm:pt>
    <dgm:pt modelId="{992159E8-E44E-425B-A657-B636BC3144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→ Conduct Root Cause Analysis</a:t>
          </a:r>
          <a:endParaRPr lang="en-US"/>
        </a:p>
      </dgm:t>
    </dgm:pt>
    <dgm:pt modelId="{94A60484-0374-407A-A360-03F11629811D}" type="parTrans" cxnId="{FB3ADF29-BBCB-40A0-87F8-188A21B5AB11}">
      <dgm:prSet/>
      <dgm:spPr/>
      <dgm:t>
        <a:bodyPr/>
        <a:lstStyle/>
        <a:p>
          <a:endParaRPr lang="en-US"/>
        </a:p>
      </dgm:t>
    </dgm:pt>
    <dgm:pt modelId="{73E05631-5AD8-425D-BEB6-9DBC1733FB6A}" type="sibTrans" cxnId="{FB3ADF29-BBCB-40A0-87F8-188A21B5AB11}">
      <dgm:prSet/>
      <dgm:spPr/>
      <dgm:t>
        <a:bodyPr/>
        <a:lstStyle/>
        <a:p>
          <a:endParaRPr lang="en-US"/>
        </a:p>
      </dgm:t>
    </dgm:pt>
    <dgm:pt modelId="{10DF3310-E7E1-4968-A1EB-085F1FF720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Deploy employee surveys, exit interviews, and correlation studies to understand absence drivers</a:t>
          </a:r>
        </a:p>
      </dgm:t>
    </dgm:pt>
    <dgm:pt modelId="{E8EA8D8A-3FEB-4B75-B948-196EC9DAFEE4}" type="parTrans" cxnId="{611F1D2D-5A62-4D62-AE12-446EC062C354}">
      <dgm:prSet/>
      <dgm:spPr/>
      <dgm:t>
        <a:bodyPr/>
        <a:lstStyle/>
        <a:p>
          <a:endParaRPr lang="en-US"/>
        </a:p>
      </dgm:t>
    </dgm:pt>
    <dgm:pt modelId="{FA59ADDF-441F-4DC0-9A58-A13B50FE98AB}" type="sibTrans" cxnId="{611F1D2D-5A62-4D62-AE12-446EC062C354}">
      <dgm:prSet/>
      <dgm:spPr/>
      <dgm:t>
        <a:bodyPr/>
        <a:lstStyle/>
        <a:p>
          <a:endParaRPr lang="en-US"/>
        </a:p>
      </dgm:t>
    </dgm:pt>
    <dgm:pt modelId="{1E0FE452-BE46-4688-B88E-9A25FDDE48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→ Benchmark Against Industry</a:t>
          </a:r>
          <a:endParaRPr lang="en-US"/>
        </a:p>
      </dgm:t>
    </dgm:pt>
    <dgm:pt modelId="{E7095D69-8341-4CAC-AFFC-85922A87E1B6}" type="parTrans" cxnId="{795C4091-9112-49D2-814E-474BF07A0B41}">
      <dgm:prSet/>
      <dgm:spPr/>
      <dgm:t>
        <a:bodyPr/>
        <a:lstStyle/>
        <a:p>
          <a:endParaRPr lang="en-US"/>
        </a:p>
      </dgm:t>
    </dgm:pt>
    <dgm:pt modelId="{F28EAA1B-5AE1-4D03-997E-D594124354F1}" type="sibTrans" cxnId="{795C4091-9112-49D2-814E-474BF07A0B41}">
      <dgm:prSet/>
      <dgm:spPr/>
      <dgm:t>
        <a:bodyPr/>
        <a:lstStyle/>
        <a:p>
          <a:endParaRPr lang="en-US"/>
        </a:p>
      </dgm:t>
    </dgm:pt>
    <dgm:pt modelId="{83BE5D19-35F8-4392-8181-4B9FD627CD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Compare metrics to industry standards (healthcare: 3.5%, manufacturing: 2.8%) for context</a:t>
          </a:r>
        </a:p>
      </dgm:t>
    </dgm:pt>
    <dgm:pt modelId="{872FB411-6151-4611-86BE-BF3F83202CAF}" type="parTrans" cxnId="{644AF97F-BAE6-458F-9AD8-1D3D18E3C2D2}">
      <dgm:prSet/>
      <dgm:spPr/>
      <dgm:t>
        <a:bodyPr/>
        <a:lstStyle/>
        <a:p>
          <a:endParaRPr lang="en-US"/>
        </a:p>
      </dgm:t>
    </dgm:pt>
    <dgm:pt modelId="{99B47DCB-10FA-47F5-BB93-BD80C5F3526B}" type="sibTrans" cxnId="{644AF97F-BAE6-458F-9AD8-1D3D18E3C2D2}">
      <dgm:prSet/>
      <dgm:spPr/>
      <dgm:t>
        <a:bodyPr/>
        <a:lstStyle/>
        <a:p>
          <a:endParaRPr lang="en-US"/>
        </a:p>
      </dgm:t>
    </dgm:pt>
    <dgm:pt modelId="{BEF42E25-4FBD-4A07-9CEC-6FDDB3040E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→ Create Feedback Loops</a:t>
          </a:r>
          <a:endParaRPr lang="en-US"/>
        </a:p>
      </dgm:t>
    </dgm:pt>
    <dgm:pt modelId="{29611F9F-361F-4C57-BBD5-6A41DB7FFD28}" type="parTrans" cxnId="{C797BBF2-A167-4787-91C1-178F30767A4F}">
      <dgm:prSet/>
      <dgm:spPr/>
      <dgm:t>
        <a:bodyPr/>
        <a:lstStyle/>
        <a:p>
          <a:endParaRPr lang="en-US"/>
        </a:p>
      </dgm:t>
    </dgm:pt>
    <dgm:pt modelId="{71AB8784-C4BA-41FB-BD2A-2F8BC3B78587}" type="sibTrans" cxnId="{C797BBF2-A167-4787-91C1-178F30767A4F}">
      <dgm:prSet/>
      <dgm:spPr/>
      <dgm:t>
        <a:bodyPr/>
        <a:lstStyle/>
        <a:p>
          <a:endParaRPr lang="en-US"/>
        </a:p>
      </dgm:t>
    </dgm:pt>
    <dgm:pt modelId="{BE184472-F906-4F85-AAC7-1842A38EF8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Establish quarterly review cycles measuring intervention effectiveness with control groups</a:t>
          </a:r>
        </a:p>
      </dgm:t>
    </dgm:pt>
    <dgm:pt modelId="{E1B58198-988F-4D83-B811-2538049D416A}" type="parTrans" cxnId="{D2387604-30DC-4386-AB76-C20D1189AC45}">
      <dgm:prSet/>
      <dgm:spPr/>
      <dgm:t>
        <a:bodyPr/>
        <a:lstStyle/>
        <a:p>
          <a:endParaRPr lang="en-US"/>
        </a:p>
      </dgm:t>
    </dgm:pt>
    <dgm:pt modelId="{31433C13-7039-4298-A285-B61841963FEC}" type="sibTrans" cxnId="{D2387604-30DC-4386-AB76-C20D1189AC45}">
      <dgm:prSet/>
      <dgm:spPr/>
      <dgm:t>
        <a:bodyPr/>
        <a:lstStyle/>
        <a:p>
          <a:endParaRPr lang="en-US"/>
        </a:p>
      </dgm:t>
    </dgm:pt>
    <dgm:pt modelId="{A0E415AA-FEE2-4B71-B377-1685037C9AB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→ Expand Data Sources</a:t>
          </a:r>
          <a:endParaRPr lang="en-US"/>
        </a:p>
      </dgm:t>
    </dgm:pt>
    <dgm:pt modelId="{72B41197-6AB3-41B3-B581-5C929B683A14}" type="parTrans" cxnId="{9D034E44-C92E-4541-846F-BA76F7D5CCE5}">
      <dgm:prSet/>
      <dgm:spPr/>
      <dgm:t>
        <a:bodyPr/>
        <a:lstStyle/>
        <a:p>
          <a:endParaRPr lang="en-US"/>
        </a:p>
      </dgm:t>
    </dgm:pt>
    <dgm:pt modelId="{076EECEE-0790-4ACF-82B7-94EDEF113BE3}" type="sibTrans" cxnId="{9D034E44-C92E-4541-846F-BA76F7D5CCE5}">
      <dgm:prSet/>
      <dgm:spPr/>
      <dgm:t>
        <a:bodyPr/>
        <a:lstStyle/>
        <a:p>
          <a:endParaRPr lang="en-US"/>
        </a:p>
      </dgm:t>
    </dgm:pt>
    <dgm:pt modelId="{7BE8A5D2-B12D-4EA5-AC59-45D7323014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HR systems, performance data, and employee satisfaction scores for holistic view</a:t>
          </a:r>
        </a:p>
      </dgm:t>
    </dgm:pt>
    <dgm:pt modelId="{9A43FB12-16FA-48E7-AEE5-B278B42B1B94}" type="parTrans" cxnId="{C8024D88-615B-49D3-8B83-C796B00EDEF7}">
      <dgm:prSet/>
      <dgm:spPr/>
      <dgm:t>
        <a:bodyPr/>
        <a:lstStyle/>
        <a:p>
          <a:endParaRPr lang="en-US"/>
        </a:p>
      </dgm:t>
    </dgm:pt>
    <dgm:pt modelId="{ABC737FB-BCD6-4D81-8B78-F8391BFB7D50}" type="sibTrans" cxnId="{C8024D88-615B-49D3-8B83-C796B00EDEF7}">
      <dgm:prSet/>
      <dgm:spPr/>
      <dgm:t>
        <a:bodyPr/>
        <a:lstStyle/>
        <a:p>
          <a:endParaRPr lang="en-US"/>
        </a:p>
      </dgm:t>
    </dgm:pt>
    <dgm:pt modelId="{8984B29C-4348-45E8-8D5C-DE9A0ED1FA3A}" type="pres">
      <dgm:prSet presAssocID="{FB9D8822-147E-4E73-8D1C-49FE0D468934}" presName="Name0" presStyleCnt="0">
        <dgm:presLayoutVars>
          <dgm:dir/>
          <dgm:animLvl val="lvl"/>
          <dgm:resizeHandles val="exact"/>
        </dgm:presLayoutVars>
      </dgm:prSet>
      <dgm:spPr/>
    </dgm:pt>
    <dgm:pt modelId="{4884DBE8-82C9-440A-9660-EFD6ACB103DC}" type="pres">
      <dgm:prSet presAssocID="{84F0E215-408F-4921-89DF-F47DD2F2B9DE}" presName="linNode" presStyleCnt="0"/>
      <dgm:spPr/>
    </dgm:pt>
    <dgm:pt modelId="{5B5B9224-0C09-471E-86A5-9AF1D570DF36}" type="pres">
      <dgm:prSet presAssocID="{84F0E215-408F-4921-89DF-F47DD2F2B9DE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549E0A99-3090-4FC5-94D6-90ABEABB0804}" type="pres">
      <dgm:prSet presAssocID="{84F0E215-408F-4921-89DF-F47DD2F2B9DE}" presName="descendantText" presStyleLbl="alignAccFollowNode1" presStyleIdx="0" presStyleCnt="7">
        <dgm:presLayoutVars>
          <dgm:bulletEnabled val="1"/>
        </dgm:presLayoutVars>
      </dgm:prSet>
      <dgm:spPr/>
    </dgm:pt>
    <dgm:pt modelId="{56E26DB0-9A53-43A0-9A32-FEFE765F9903}" type="pres">
      <dgm:prSet presAssocID="{880149FC-171D-48CE-96AE-717A7AD80DF9}" presName="sp" presStyleCnt="0"/>
      <dgm:spPr/>
    </dgm:pt>
    <dgm:pt modelId="{60DCFE1A-C4BE-4ED3-8571-A6641130CFF5}" type="pres">
      <dgm:prSet presAssocID="{9474DE7E-F51E-4858-BE5A-36264DC6A0E1}" presName="linNode" presStyleCnt="0"/>
      <dgm:spPr/>
    </dgm:pt>
    <dgm:pt modelId="{1527E52F-45F9-44BE-A843-01B04ACFA9A7}" type="pres">
      <dgm:prSet presAssocID="{9474DE7E-F51E-4858-BE5A-36264DC6A0E1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3D8D262D-8470-441A-BD68-EF37BA9F5B9E}" type="pres">
      <dgm:prSet presAssocID="{9474DE7E-F51E-4858-BE5A-36264DC6A0E1}" presName="descendantText" presStyleLbl="alignAccFollowNode1" presStyleIdx="1" presStyleCnt="7">
        <dgm:presLayoutVars>
          <dgm:bulletEnabled val="1"/>
        </dgm:presLayoutVars>
      </dgm:prSet>
      <dgm:spPr/>
    </dgm:pt>
    <dgm:pt modelId="{480D7C37-A955-4FE0-8C2D-B97D0EFA4000}" type="pres">
      <dgm:prSet presAssocID="{E566D6E1-BA2A-4B38-BF8C-EA04E989452F}" presName="sp" presStyleCnt="0"/>
      <dgm:spPr/>
    </dgm:pt>
    <dgm:pt modelId="{F08E1F3A-C87B-49B0-9EC1-7DDA04A87607}" type="pres">
      <dgm:prSet presAssocID="{7D7A75B4-0978-44AC-84D2-55E0AAA6103B}" presName="linNode" presStyleCnt="0"/>
      <dgm:spPr/>
    </dgm:pt>
    <dgm:pt modelId="{705E0C05-7F04-49D2-B8AA-7A183BA7CEE6}" type="pres">
      <dgm:prSet presAssocID="{7D7A75B4-0978-44AC-84D2-55E0AAA6103B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A388C2A2-E64D-44ED-AC6A-B089B962689E}" type="pres">
      <dgm:prSet presAssocID="{7D7A75B4-0978-44AC-84D2-55E0AAA6103B}" presName="descendantText" presStyleLbl="alignAccFollowNode1" presStyleIdx="2" presStyleCnt="7">
        <dgm:presLayoutVars>
          <dgm:bulletEnabled val="1"/>
        </dgm:presLayoutVars>
      </dgm:prSet>
      <dgm:spPr/>
    </dgm:pt>
    <dgm:pt modelId="{AA1B737C-6EF7-4D30-A640-7938D9A9699C}" type="pres">
      <dgm:prSet presAssocID="{153FF4BD-DAA0-4AFE-832D-254A4B7B6EE2}" presName="sp" presStyleCnt="0"/>
      <dgm:spPr/>
    </dgm:pt>
    <dgm:pt modelId="{0D4E1059-CD8F-4A34-B533-24182D359D7D}" type="pres">
      <dgm:prSet presAssocID="{992159E8-E44E-425B-A657-B636BC31443E}" presName="linNode" presStyleCnt="0"/>
      <dgm:spPr/>
    </dgm:pt>
    <dgm:pt modelId="{F8DDCE85-A221-465C-B864-027423985F8C}" type="pres">
      <dgm:prSet presAssocID="{992159E8-E44E-425B-A657-B636BC31443E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40CE5E1B-CDF2-4299-B54C-9BC24ED770C5}" type="pres">
      <dgm:prSet presAssocID="{992159E8-E44E-425B-A657-B636BC31443E}" presName="descendantText" presStyleLbl="alignAccFollowNode1" presStyleIdx="3" presStyleCnt="7">
        <dgm:presLayoutVars>
          <dgm:bulletEnabled val="1"/>
        </dgm:presLayoutVars>
      </dgm:prSet>
      <dgm:spPr/>
    </dgm:pt>
    <dgm:pt modelId="{765E6F02-D1F5-4ECA-AC69-EE9E0D5D515F}" type="pres">
      <dgm:prSet presAssocID="{73E05631-5AD8-425D-BEB6-9DBC1733FB6A}" presName="sp" presStyleCnt="0"/>
      <dgm:spPr/>
    </dgm:pt>
    <dgm:pt modelId="{872B0C23-2B07-4804-8CB7-1752D0A5F012}" type="pres">
      <dgm:prSet presAssocID="{1E0FE452-BE46-4688-B88E-9A25FDDE4867}" presName="linNode" presStyleCnt="0"/>
      <dgm:spPr/>
    </dgm:pt>
    <dgm:pt modelId="{15A49603-C8B2-4F41-80D8-2BA863705577}" type="pres">
      <dgm:prSet presAssocID="{1E0FE452-BE46-4688-B88E-9A25FDDE4867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6B6BCF33-5E90-48AE-9F9F-068756C75CDB}" type="pres">
      <dgm:prSet presAssocID="{1E0FE452-BE46-4688-B88E-9A25FDDE4867}" presName="descendantText" presStyleLbl="alignAccFollowNode1" presStyleIdx="4" presStyleCnt="7">
        <dgm:presLayoutVars>
          <dgm:bulletEnabled val="1"/>
        </dgm:presLayoutVars>
      </dgm:prSet>
      <dgm:spPr/>
    </dgm:pt>
    <dgm:pt modelId="{0EBD6ACF-19C5-4E4A-9CCD-F92D81591271}" type="pres">
      <dgm:prSet presAssocID="{F28EAA1B-5AE1-4D03-997E-D594124354F1}" presName="sp" presStyleCnt="0"/>
      <dgm:spPr/>
    </dgm:pt>
    <dgm:pt modelId="{3C79B4AA-B89D-4086-849D-7D52366867E4}" type="pres">
      <dgm:prSet presAssocID="{BEF42E25-4FBD-4A07-9CEC-6FDDB3040E59}" presName="linNode" presStyleCnt="0"/>
      <dgm:spPr/>
    </dgm:pt>
    <dgm:pt modelId="{8CCBDFB4-F89F-44A8-90CD-F4F4744D0104}" type="pres">
      <dgm:prSet presAssocID="{BEF42E25-4FBD-4A07-9CEC-6FDDB3040E59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200384B3-D2F7-4649-B95C-32973C521535}" type="pres">
      <dgm:prSet presAssocID="{BEF42E25-4FBD-4A07-9CEC-6FDDB3040E59}" presName="descendantText" presStyleLbl="alignAccFollowNode1" presStyleIdx="5" presStyleCnt="7">
        <dgm:presLayoutVars>
          <dgm:bulletEnabled val="1"/>
        </dgm:presLayoutVars>
      </dgm:prSet>
      <dgm:spPr/>
    </dgm:pt>
    <dgm:pt modelId="{1A0134DC-3CDF-4B10-8B33-07F24641AC2D}" type="pres">
      <dgm:prSet presAssocID="{71AB8784-C4BA-41FB-BD2A-2F8BC3B78587}" presName="sp" presStyleCnt="0"/>
      <dgm:spPr/>
    </dgm:pt>
    <dgm:pt modelId="{0B13EE80-905C-4C91-B60E-713EA2F51B95}" type="pres">
      <dgm:prSet presAssocID="{A0E415AA-FEE2-4B71-B377-1685037C9ABE}" presName="linNode" presStyleCnt="0"/>
      <dgm:spPr/>
    </dgm:pt>
    <dgm:pt modelId="{3D2A2882-ED15-40A7-96DA-81B83485D3E6}" type="pres">
      <dgm:prSet presAssocID="{A0E415AA-FEE2-4B71-B377-1685037C9ABE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7D0232E5-F099-4B52-B2A1-62ED360D1150}" type="pres">
      <dgm:prSet presAssocID="{A0E415AA-FEE2-4B71-B377-1685037C9ABE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D2387604-30DC-4386-AB76-C20D1189AC45}" srcId="{BEF42E25-4FBD-4A07-9CEC-6FDDB3040E59}" destId="{BE184472-F906-4F85-AAC7-1842A38EF878}" srcOrd="0" destOrd="0" parTransId="{E1B58198-988F-4D83-B811-2538049D416A}" sibTransId="{31433C13-7039-4298-A285-B61841963FEC}"/>
    <dgm:cxn modelId="{ADDA3F24-3C0D-4B5B-B783-E9BB71918570}" type="presOf" srcId="{02DBE6C5-E21E-4BB4-A5D6-E61DFFF4C101}" destId="{A388C2A2-E64D-44ED-AC6A-B089B962689E}" srcOrd="0" destOrd="0" presId="urn:microsoft.com/office/officeart/2005/8/layout/vList5"/>
    <dgm:cxn modelId="{6CBD7C25-AE48-4B31-9F97-B8C82D37DC5C}" type="presOf" srcId="{A0E415AA-FEE2-4B71-B377-1685037C9ABE}" destId="{3D2A2882-ED15-40A7-96DA-81B83485D3E6}" srcOrd="0" destOrd="0" presId="urn:microsoft.com/office/officeart/2005/8/layout/vList5"/>
    <dgm:cxn modelId="{FB3ADF29-BBCB-40A0-87F8-188A21B5AB11}" srcId="{FB9D8822-147E-4E73-8D1C-49FE0D468934}" destId="{992159E8-E44E-425B-A657-B636BC31443E}" srcOrd="3" destOrd="0" parTransId="{94A60484-0374-407A-A360-03F11629811D}" sibTransId="{73E05631-5AD8-425D-BEB6-9DBC1733FB6A}"/>
    <dgm:cxn modelId="{611F1D2D-5A62-4D62-AE12-446EC062C354}" srcId="{992159E8-E44E-425B-A657-B636BC31443E}" destId="{10DF3310-E7E1-4968-A1EB-085F1FF720E7}" srcOrd="0" destOrd="0" parTransId="{E8EA8D8A-3FEB-4B75-B948-196EC9DAFEE4}" sibTransId="{FA59ADDF-441F-4DC0-9A58-A13B50FE98AB}"/>
    <dgm:cxn modelId="{87B2B631-E00D-46EB-B8D6-7EAF16DDD1DA}" type="presOf" srcId="{BEF42E25-4FBD-4A07-9CEC-6FDDB3040E59}" destId="{8CCBDFB4-F89F-44A8-90CD-F4F4744D0104}" srcOrd="0" destOrd="0" presId="urn:microsoft.com/office/officeart/2005/8/layout/vList5"/>
    <dgm:cxn modelId="{574B353E-8D7B-4303-B20A-0E2158F0E6F5}" type="presOf" srcId="{1E0FE452-BE46-4688-B88E-9A25FDDE4867}" destId="{15A49603-C8B2-4F41-80D8-2BA863705577}" srcOrd="0" destOrd="0" presId="urn:microsoft.com/office/officeart/2005/8/layout/vList5"/>
    <dgm:cxn modelId="{C271EA62-545A-421C-A5DE-7256432283CE}" srcId="{7D7A75B4-0978-44AC-84D2-55E0AAA6103B}" destId="{02DBE6C5-E21E-4BB4-A5D6-E61DFFF4C101}" srcOrd="0" destOrd="0" parTransId="{CD071618-2F7B-439E-AE8D-76F5FAAC0003}" sibTransId="{BDAE7FC5-170C-437E-8A60-2238F496A48F}"/>
    <dgm:cxn modelId="{9D034E44-C92E-4541-846F-BA76F7D5CCE5}" srcId="{FB9D8822-147E-4E73-8D1C-49FE0D468934}" destId="{A0E415AA-FEE2-4B71-B377-1685037C9ABE}" srcOrd="6" destOrd="0" parTransId="{72B41197-6AB3-41B3-B581-5C929B683A14}" sibTransId="{076EECEE-0790-4ACF-82B7-94EDEF113BE3}"/>
    <dgm:cxn modelId="{ADD62170-7EEA-4B94-94F8-1931E3EE5733}" srcId="{84F0E215-408F-4921-89DF-F47DD2F2B9DE}" destId="{1BA0E84B-9C0B-4569-A5BF-E3C3C3088D31}" srcOrd="0" destOrd="0" parTransId="{1613396A-126A-46F1-8735-7B3519C061A0}" sibTransId="{0E7BD3A1-0F31-40AD-982A-1667959AC6C8}"/>
    <dgm:cxn modelId="{DBC6FE57-A5E3-4855-B0F0-A33D4FEF3C67}" type="presOf" srcId="{BE184472-F906-4F85-AAC7-1842A38EF878}" destId="{200384B3-D2F7-4649-B95C-32973C521535}" srcOrd="0" destOrd="0" presId="urn:microsoft.com/office/officeart/2005/8/layout/vList5"/>
    <dgm:cxn modelId="{4CD74F59-B64B-4D65-AB4B-B59BF38420B3}" srcId="{FB9D8822-147E-4E73-8D1C-49FE0D468934}" destId="{9474DE7E-F51E-4858-BE5A-36264DC6A0E1}" srcOrd="1" destOrd="0" parTransId="{2C9DEC4A-CDCE-443B-BDE5-EDA98276FED5}" sibTransId="{E566D6E1-BA2A-4B38-BF8C-EA04E989452F}"/>
    <dgm:cxn modelId="{6C979B59-6FFB-4392-9610-A312951CEC1C}" type="presOf" srcId="{2B3386F2-3E1A-459C-8A1A-7D8FD74FAF2D}" destId="{3D8D262D-8470-441A-BD68-EF37BA9F5B9E}" srcOrd="0" destOrd="0" presId="urn:microsoft.com/office/officeart/2005/8/layout/vList5"/>
    <dgm:cxn modelId="{644AF97F-BAE6-458F-9AD8-1D3D18E3C2D2}" srcId="{1E0FE452-BE46-4688-B88E-9A25FDDE4867}" destId="{83BE5D19-35F8-4392-8181-4B9FD627CD1C}" srcOrd="0" destOrd="0" parTransId="{872FB411-6151-4611-86BE-BF3F83202CAF}" sibTransId="{99B47DCB-10FA-47F5-BB93-BD80C5F3526B}"/>
    <dgm:cxn modelId="{6FDF4983-E3B1-4983-83A3-75735A274632}" srcId="{FB9D8822-147E-4E73-8D1C-49FE0D468934}" destId="{7D7A75B4-0978-44AC-84D2-55E0AAA6103B}" srcOrd="2" destOrd="0" parTransId="{6416E312-DC43-4442-9B08-8F5C27C88D4C}" sibTransId="{153FF4BD-DAA0-4AFE-832D-254A4B7B6EE2}"/>
    <dgm:cxn modelId="{C8024D88-615B-49D3-8B83-C796B00EDEF7}" srcId="{A0E415AA-FEE2-4B71-B377-1685037C9ABE}" destId="{7BE8A5D2-B12D-4EA5-AC59-45D73230147C}" srcOrd="0" destOrd="0" parTransId="{9A43FB12-16FA-48E7-AEE5-B278B42B1B94}" sibTransId="{ABC737FB-BCD6-4D81-8B78-F8391BFB7D50}"/>
    <dgm:cxn modelId="{795C4091-9112-49D2-814E-474BF07A0B41}" srcId="{FB9D8822-147E-4E73-8D1C-49FE0D468934}" destId="{1E0FE452-BE46-4688-B88E-9A25FDDE4867}" srcOrd="4" destOrd="0" parTransId="{E7095D69-8341-4CAC-AFFC-85922A87E1B6}" sibTransId="{F28EAA1B-5AE1-4D03-997E-D594124354F1}"/>
    <dgm:cxn modelId="{9BB3F895-289D-4579-B6CF-9316E0734456}" type="presOf" srcId="{83BE5D19-35F8-4392-8181-4B9FD627CD1C}" destId="{6B6BCF33-5E90-48AE-9F9F-068756C75CDB}" srcOrd="0" destOrd="0" presId="urn:microsoft.com/office/officeart/2005/8/layout/vList5"/>
    <dgm:cxn modelId="{5E1DBAA0-2BD8-4DE2-A5A2-B129B6F5E9B8}" type="presOf" srcId="{10DF3310-E7E1-4968-A1EB-085F1FF720E7}" destId="{40CE5E1B-CDF2-4299-B54C-9BC24ED770C5}" srcOrd="0" destOrd="0" presId="urn:microsoft.com/office/officeart/2005/8/layout/vList5"/>
    <dgm:cxn modelId="{B4055DA3-CF3B-4769-9601-7B8E3B015E01}" type="presOf" srcId="{7BE8A5D2-B12D-4EA5-AC59-45D73230147C}" destId="{7D0232E5-F099-4B52-B2A1-62ED360D1150}" srcOrd="0" destOrd="0" presId="urn:microsoft.com/office/officeart/2005/8/layout/vList5"/>
    <dgm:cxn modelId="{68B56FB3-E5B2-425C-975E-019D22576C6E}" type="presOf" srcId="{84F0E215-408F-4921-89DF-F47DD2F2B9DE}" destId="{5B5B9224-0C09-471E-86A5-9AF1D570DF36}" srcOrd="0" destOrd="0" presId="urn:microsoft.com/office/officeart/2005/8/layout/vList5"/>
    <dgm:cxn modelId="{0FE677BA-9491-48BF-9E11-DA743229777E}" type="presOf" srcId="{1BA0E84B-9C0B-4569-A5BF-E3C3C3088D31}" destId="{549E0A99-3090-4FC5-94D6-90ABEABB0804}" srcOrd="0" destOrd="0" presId="urn:microsoft.com/office/officeart/2005/8/layout/vList5"/>
    <dgm:cxn modelId="{50CDB7C5-1F57-4A30-9D70-790D43D9DFE1}" type="presOf" srcId="{992159E8-E44E-425B-A657-B636BC31443E}" destId="{F8DDCE85-A221-465C-B864-027423985F8C}" srcOrd="0" destOrd="0" presId="urn:microsoft.com/office/officeart/2005/8/layout/vList5"/>
    <dgm:cxn modelId="{3D3DC7C9-93A7-4584-9CB4-75228A02C276}" type="presOf" srcId="{9474DE7E-F51E-4858-BE5A-36264DC6A0E1}" destId="{1527E52F-45F9-44BE-A843-01B04ACFA9A7}" srcOrd="0" destOrd="0" presId="urn:microsoft.com/office/officeart/2005/8/layout/vList5"/>
    <dgm:cxn modelId="{559512DB-E562-44CA-9DC7-EE236A04A673}" srcId="{FB9D8822-147E-4E73-8D1C-49FE0D468934}" destId="{84F0E215-408F-4921-89DF-F47DD2F2B9DE}" srcOrd="0" destOrd="0" parTransId="{496F98C1-4A9A-4F87-9005-59F8E2C7AA57}" sibTransId="{880149FC-171D-48CE-96AE-717A7AD80DF9}"/>
    <dgm:cxn modelId="{AEE0ABDD-EBA8-4EFC-A6AB-B76F7F0A0372}" type="presOf" srcId="{FB9D8822-147E-4E73-8D1C-49FE0D468934}" destId="{8984B29C-4348-45E8-8D5C-DE9A0ED1FA3A}" srcOrd="0" destOrd="0" presId="urn:microsoft.com/office/officeart/2005/8/layout/vList5"/>
    <dgm:cxn modelId="{C797BBF2-A167-4787-91C1-178F30767A4F}" srcId="{FB9D8822-147E-4E73-8D1C-49FE0D468934}" destId="{BEF42E25-4FBD-4A07-9CEC-6FDDB3040E59}" srcOrd="5" destOrd="0" parTransId="{29611F9F-361F-4C57-BBD5-6A41DB7FFD28}" sibTransId="{71AB8784-C4BA-41FB-BD2A-2F8BC3B78587}"/>
    <dgm:cxn modelId="{0DB2E3F4-D6A2-434F-BC1C-1F281984F306}" srcId="{9474DE7E-F51E-4858-BE5A-36264DC6A0E1}" destId="{2B3386F2-3E1A-459C-8A1A-7D8FD74FAF2D}" srcOrd="0" destOrd="0" parTransId="{0F4E0BF8-F79A-484D-8997-B6892A75D5F9}" sibTransId="{C0954D54-0280-47A4-8811-49136B1D45A1}"/>
    <dgm:cxn modelId="{E9C89FF6-3F64-4F86-8484-131A9965DA9A}" type="presOf" srcId="{7D7A75B4-0978-44AC-84D2-55E0AAA6103B}" destId="{705E0C05-7F04-49D2-B8AA-7A183BA7CEE6}" srcOrd="0" destOrd="0" presId="urn:microsoft.com/office/officeart/2005/8/layout/vList5"/>
    <dgm:cxn modelId="{58FC4544-9CED-4B7F-AD14-2E4AA3DD849F}" type="presParOf" srcId="{8984B29C-4348-45E8-8D5C-DE9A0ED1FA3A}" destId="{4884DBE8-82C9-440A-9660-EFD6ACB103DC}" srcOrd="0" destOrd="0" presId="urn:microsoft.com/office/officeart/2005/8/layout/vList5"/>
    <dgm:cxn modelId="{84167253-BD36-43B8-9D61-57AE3EE6259E}" type="presParOf" srcId="{4884DBE8-82C9-440A-9660-EFD6ACB103DC}" destId="{5B5B9224-0C09-471E-86A5-9AF1D570DF36}" srcOrd="0" destOrd="0" presId="urn:microsoft.com/office/officeart/2005/8/layout/vList5"/>
    <dgm:cxn modelId="{2C7CED3E-5FFE-4B3D-A9B8-845CB7284906}" type="presParOf" srcId="{4884DBE8-82C9-440A-9660-EFD6ACB103DC}" destId="{549E0A99-3090-4FC5-94D6-90ABEABB0804}" srcOrd="1" destOrd="0" presId="urn:microsoft.com/office/officeart/2005/8/layout/vList5"/>
    <dgm:cxn modelId="{B190ECAA-E7EF-4FCB-B8B9-E5D272803ADB}" type="presParOf" srcId="{8984B29C-4348-45E8-8D5C-DE9A0ED1FA3A}" destId="{56E26DB0-9A53-43A0-9A32-FEFE765F9903}" srcOrd="1" destOrd="0" presId="urn:microsoft.com/office/officeart/2005/8/layout/vList5"/>
    <dgm:cxn modelId="{FE5C54E6-2436-41DB-9C2C-A87D94BE7C68}" type="presParOf" srcId="{8984B29C-4348-45E8-8D5C-DE9A0ED1FA3A}" destId="{60DCFE1A-C4BE-4ED3-8571-A6641130CFF5}" srcOrd="2" destOrd="0" presId="urn:microsoft.com/office/officeart/2005/8/layout/vList5"/>
    <dgm:cxn modelId="{E6F5EFEB-5C4E-40A1-88C4-7BF4C3359EFA}" type="presParOf" srcId="{60DCFE1A-C4BE-4ED3-8571-A6641130CFF5}" destId="{1527E52F-45F9-44BE-A843-01B04ACFA9A7}" srcOrd="0" destOrd="0" presId="urn:microsoft.com/office/officeart/2005/8/layout/vList5"/>
    <dgm:cxn modelId="{08D89C52-5B1E-48CE-91C1-0480C195EBB2}" type="presParOf" srcId="{60DCFE1A-C4BE-4ED3-8571-A6641130CFF5}" destId="{3D8D262D-8470-441A-BD68-EF37BA9F5B9E}" srcOrd="1" destOrd="0" presId="urn:microsoft.com/office/officeart/2005/8/layout/vList5"/>
    <dgm:cxn modelId="{4EC96FC3-723F-4EFB-90C6-66F39A79A8F3}" type="presParOf" srcId="{8984B29C-4348-45E8-8D5C-DE9A0ED1FA3A}" destId="{480D7C37-A955-4FE0-8C2D-B97D0EFA4000}" srcOrd="3" destOrd="0" presId="urn:microsoft.com/office/officeart/2005/8/layout/vList5"/>
    <dgm:cxn modelId="{2306D874-2528-43A3-B5E5-DDCA89390A03}" type="presParOf" srcId="{8984B29C-4348-45E8-8D5C-DE9A0ED1FA3A}" destId="{F08E1F3A-C87B-49B0-9EC1-7DDA04A87607}" srcOrd="4" destOrd="0" presId="urn:microsoft.com/office/officeart/2005/8/layout/vList5"/>
    <dgm:cxn modelId="{5C608C3F-9846-4F3B-A28E-7EA9185558F5}" type="presParOf" srcId="{F08E1F3A-C87B-49B0-9EC1-7DDA04A87607}" destId="{705E0C05-7F04-49D2-B8AA-7A183BA7CEE6}" srcOrd="0" destOrd="0" presId="urn:microsoft.com/office/officeart/2005/8/layout/vList5"/>
    <dgm:cxn modelId="{96808CC8-E95A-43DA-A0BA-7667A213B3D9}" type="presParOf" srcId="{F08E1F3A-C87B-49B0-9EC1-7DDA04A87607}" destId="{A388C2A2-E64D-44ED-AC6A-B089B962689E}" srcOrd="1" destOrd="0" presId="urn:microsoft.com/office/officeart/2005/8/layout/vList5"/>
    <dgm:cxn modelId="{07B30835-A2F5-4E20-9471-D7D77480E504}" type="presParOf" srcId="{8984B29C-4348-45E8-8D5C-DE9A0ED1FA3A}" destId="{AA1B737C-6EF7-4D30-A640-7938D9A9699C}" srcOrd="5" destOrd="0" presId="urn:microsoft.com/office/officeart/2005/8/layout/vList5"/>
    <dgm:cxn modelId="{2055DC05-2ECA-4A04-8336-0BBF48839A24}" type="presParOf" srcId="{8984B29C-4348-45E8-8D5C-DE9A0ED1FA3A}" destId="{0D4E1059-CD8F-4A34-B533-24182D359D7D}" srcOrd="6" destOrd="0" presId="urn:microsoft.com/office/officeart/2005/8/layout/vList5"/>
    <dgm:cxn modelId="{4D62A52F-21F8-47D3-8C86-AC42E349305B}" type="presParOf" srcId="{0D4E1059-CD8F-4A34-B533-24182D359D7D}" destId="{F8DDCE85-A221-465C-B864-027423985F8C}" srcOrd="0" destOrd="0" presId="urn:microsoft.com/office/officeart/2005/8/layout/vList5"/>
    <dgm:cxn modelId="{5FCDB7EB-7D74-4EBD-826D-1FB2CBAB09FC}" type="presParOf" srcId="{0D4E1059-CD8F-4A34-B533-24182D359D7D}" destId="{40CE5E1B-CDF2-4299-B54C-9BC24ED770C5}" srcOrd="1" destOrd="0" presId="urn:microsoft.com/office/officeart/2005/8/layout/vList5"/>
    <dgm:cxn modelId="{8AE22D51-3139-40AD-831A-C6BD545AF17D}" type="presParOf" srcId="{8984B29C-4348-45E8-8D5C-DE9A0ED1FA3A}" destId="{765E6F02-D1F5-4ECA-AC69-EE9E0D5D515F}" srcOrd="7" destOrd="0" presId="urn:microsoft.com/office/officeart/2005/8/layout/vList5"/>
    <dgm:cxn modelId="{5E1CEE36-A9B8-4561-BC76-FDAAF9AA3604}" type="presParOf" srcId="{8984B29C-4348-45E8-8D5C-DE9A0ED1FA3A}" destId="{872B0C23-2B07-4804-8CB7-1752D0A5F012}" srcOrd="8" destOrd="0" presId="urn:microsoft.com/office/officeart/2005/8/layout/vList5"/>
    <dgm:cxn modelId="{01AB994E-D231-4ECB-913B-992AD69F30E8}" type="presParOf" srcId="{872B0C23-2B07-4804-8CB7-1752D0A5F012}" destId="{15A49603-C8B2-4F41-80D8-2BA863705577}" srcOrd="0" destOrd="0" presId="urn:microsoft.com/office/officeart/2005/8/layout/vList5"/>
    <dgm:cxn modelId="{1D2EF358-A26C-4E16-B6C9-4ECD3F0744A6}" type="presParOf" srcId="{872B0C23-2B07-4804-8CB7-1752D0A5F012}" destId="{6B6BCF33-5E90-48AE-9F9F-068756C75CDB}" srcOrd="1" destOrd="0" presId="urn:microsoft.com/office/officeart/2005/8/layout/vList5"/>
    <dgm:cxn modelId="{02ACCC14-C815-472F-B460-967F67913430}" type="presParOf" srcId="{8984B29C-4348-45E8-8D5C-DE9A0ED1FA3A}" destId="{0EBD6ACF-19C5-4E4A-9CCD-F92D81591271}" srcOrd="9" destOrd="0" presId="urn:microsoft.com/office/officeart/2005/8/layout/vList5"/>
    <dgm:cxn modelId="{CF7C534B-22F8-4080-8C7C-F74A0EDEC1E4}" type="presParOf" srcId="{8984B29C-4348-45E8-8D5C-DE9A0ED1FA3A}" destId="{3C79B4AA-B89D-4086-849D-7D52366867E4}" srcOrd="10" destOrd="0" presId="urn:microsoft.com/office/officeart/2005/8/layout/vList5"/>
    <dgm:cxn modelId="{CC92A388-B246-4CAD-B20C-B6DE3F4E806F}" type="presParOf" srcId="{3C79B4AA-B89D-4086-849D-7D52366867E4}" destId="{8CCBDFB4-F89F-44A8-90CD-F4F4744D0104}" srcOrd="0" destOrd="0" presId="urn:microsoft.com/office/officeart/2005/8/layout/vList5"/>
    <dgm:cxn modelId="{FD183143-D879-468C-8820-A0C6BE84801A}" type="presParOf" srcId="{3C79B4AA-B89D-4086-849D-7D52366867E4}" destId="{200384B3-D2F7-4649-B95C-32973C521535}" srcOrd="1" destOrd="0" presId="urn:microsoft.com/office/officeart/2005/8/layout/vList5"/>
    <dgm:cxn modelId="{93DE283E-9984-4D40-B6EC-F558FA3F70C1}" type="presParOf" srcId="{8984B29C-4348-45E8-8D5C-DE9A0ED1FA3A}" destId="{1A0134DC-3CDF-4B10-8B33-07F24641AC2D}" srcOrd="11" destOrd="0" presId="urn:microsoft.com/office/officeart/2005/8/layout/vList5"/>
    <dgm:cxn modelId="{37857FE7-81AC-4E4B-AA7C-535E1F7D586E}" type="presParOf" srcId="{8984B29C-4348-45E8-8D5C-DE9A0ED1FA3A}" destId="{0B13EE80-905C-4C91-B60E-713EA2F51B95}" srcOrd="12" destOrd="0" presId="urn:microsoft.com/office/officeart/2005/8/layout/vList5"/>
    <dgm:cxn modelId="{C04D1351-2B0F-417D-B216-E79AA5EA2CDD}" type="presParOf" srcId="{0B13EE80-905C-4C91-B60E-713EA2F51B95}" destId="{3D2A2882-ED15-40A7-96DA-81B83485D3E6}" srcOrd="0" destOrd="0" presId="urn:microsoft.com/office/officeart/2005/8/layout/vList5"/>
    <dgm:cxn modelId="{B555CDD9-2B2B-4169-9D0A-A7137D32E74B}" type="presParOf" srcId="{0B13EE80-905C-4C91-B60E-713EA2F51B95}" destId="{7D0232E5-F099-4B52-B2A1-62ED360D115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B3A2192-65CF-4891-ABFE-FAA45428BFB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DCDB5B-FA75-4FB1-871A-2B2A75D1DD54}">
      <dgm:prSet/>
      <dgm:spPr/>
      <dgm:t>
        <a:bodyPr/>
        <a:lstStyle/>
        <a:p>
          <a:r>
            <a:rPr lang="en-US" b="1"/>
            <a:t>Immediate Actions (0-3 Months)</a:t>
          </a:r>
          <a:endParaRPr lang="en-US"/>
        </a:p>
      </dgm:t>
    </dgm:pt>
    <dgm:pt modelId="{CE625E87-0178-4025-ABC5-E4BBF498A974}" type="parTrans" cxnId="{C8A4307D-6114-4863-A2D5-0A3FBFB88F54}">
      <dgm:prSet/>
      <dgm:spPr/>
      <dgm:t>
        <a:bodyPr/>
        <a:lstStyle/>
        <a:p>
          <a:endParaRPr lang="en-US"/>
        </a:p>
      </dgm:t>
    </dgm:pt>
    <dgm:pt modelId="{598AD756-2BDE-4CF6-8B4C-99D96876E698}" type="sibTrans" cxnId="{C8A4307D-6114-4863-A2D5-0A3FBFB88F54}">
      <dgm:prSet/>
      <dgm:spPr/>
      <dgm:t>
        <a:bodyPr/>
        <a:lstStyle/>
        <a:p>
          <a:endParaRPr lang="en-US"/>
        </a:p>
      </dgm:t>
    </dgm:pt>
    <dgm:pt modelId="{6D3574B6-6C40-4A06-8D38-6794B97A86FA}">
      <dgm:prSet/>
      <dgm:spPr/>
      <dgm:t>
        <a:bodyPr/>
        <a:lstStyle/>
        <a:p>
          <a:r>
            <a:rPr lang="en-US"/>
            <a:t>1. Launch targeted health intervention for 8 high-risk employees (potential $300K+ savings)</a:t>
          </a:r>
        </a:p>
      </dgm:t>
    </dgm:pt>
    <dgm:pt modelId="{4C63F026-454E-47C5-9798-1C62C4692236}" type="parTrans" cxnId="{28075E44-AC22-471E-B87E-F557BCA2E64A}">
      <dgm:prSet/>
      <dgm:spPr/>
      <dgm:t>
        <a:bodyPr/>
        <a:lstStyle/>
        <a:p>
          <a:endParaRPr lang="en-US"/>
        </a:p>
      </dgm:t>
    </dgm:pt>
    <dgm:pt modelId="{9A0657FF-3D52-4FF4-BAAC-84963A2FB617}" type="sibTrans" cxnId="{28075E44-AC22-471E-B87E-F557BCA2E64A}">
      <dgm:prSet/>
      <dgm:spPr/>
      <dgm:t>
        <a:bodyPr/>
        <a:lstStyle/>
        <a:p>
          <a:endParaRPr lang="en-US"/>
        </a:p>
      </dgm:t>
    </dgm:pt>
    <dgm:pt modelId="{A78EB956-F482-4E14-B5D5-B033A9C24EF7}">
      <dgm:prSet/>
      <dgm:spPr/>
      <dgm:t>
        <a:bodyPr/>
        <a:lstStyle/>
        <a:p>
          <a:r>
            <a:rPr lang="en-US"/>
            <a:t>1. Implement Monday staffing buffer (+15% capacity) to mitigate weekly cost spike</a:t>
          </a:r>
        </a:p>
      </dgm:t>
    </dgm:pt>
    <dgm:pt modelId="{C284A61F-4A8C-4333-AA9E-B419DD722463}" type="parTrans" cxnId="{575FAE30-5186-40F1-A52A-724662C79B1D}">
      <dgm:prSet/>
      <dgm:spPr/>
      <dgm:t>
        <a:bodyPr/>
        <a:lstStyle/>
        <a:p>
          <a:endParaRPr lang="en-US"/>
        </a:p>
      </dgm:t>
    </dgm:pt>
    <dgm:pt modelId="{55C42A54-4A11-458D-AD15-BB833D9583A2}" type="sibTrans" cxnId="{575FAE30-5186-40F1-A52A-724662C79B1D}">
      <dgm:prSet/>
      <dgm:spPr/>
      <dgm:t>
        <a:bodyPr/>
        <a:lstStyle/>
        <a:p>
          <a:endParaRPr lang="en-US"/>
        </a:p>
      </dgm:t>
    </dgm:pt>
    <dgm:pt modelId="{CDDA8079-519F-4D6F-B245-2E3ECE7134C2}">
      <dgm:prSet/>
      <dgm:spPr/>
      <dgm:t>
        <a:bodyPr/>
        <a:lstStyle/>
        <a:p>
          <a:r>
            <a:rPr lang="en-US"/>
            <a:t>1. Deploy flu vaccination program ahead of winter season (reduce $290K seasonal impact)</a:t>
          </a:r>
        </a:p>
      </dgm:t>
    </dgm:pt>
    <dgm:pt modelId="{51C66B6E-39C4-4AAD-8957-61776C9B6C72}" type="parTrans" cxnId="{F09FF04E-0019-440E-86E1-759FC0DD01EA}">
      <dgm:prSet/>
      <dgm:spPr/>
      <dgm:t>
        <a:bodyPr/>
        <a:lstStyle/>
        <a:p>
          <a:endParaRPr lang="en-US"/>
        </a:p>
      </dgm:t>
    </dgm:pt>
    <dgm:pt modelId="{EAA93704-46AA-4D1F-BF47-3E134AF36793}" type="sibTrans" cxnId="{F09FF04E-0019-440E-86E1-759FC0DD01EA}">
      <dgm:prSet/>
      <dgm:spPr/>
      <dgm:t>
        <a:bodyPr/>
        <a:lstStyle/>
        <a:p>
          <a:endParaRPr lang="en-US"/>
        </a:p>
      </dgm:t>
    </dgm:pt>
    <dgm:pt modelId="{7BDD70B8-0867-4674-9765-A1135DB0E639}">
      <dgm:prSet/>
      <dgm:spPr/>
      <dgm:t>
        <a:bodyPr/>
        <a:lstStyle/>
        <a:p>
          <a:r>
            <a:rPr lang="en-US" b="1"/>
            <a:t>Medium-Term Initiatives (3-6 Months)</a:t>
          </a:r>
          <a:endParaRPr lang="en-US"/>
        </a:p>
      </dgm:t>
    </dgm:pt>
    <dgm:pt modelId="{E1E233C2-0AA0-485C-83B7-DDCE3217FE51}" type="parTrans" cxnId="{7CBBE65E-0A08-4337-9E79-E1810EE99231}">
      <dgm:prSet/>
      <dgm:spPr/>
      <dgm:t>
        <a:bodyPr/>
        <a:lstStyle/>
        <a:p>
          <a:endParaRPr lang="en-US"/>
        </a:p>
      </dgm:t>
    </dgm:pt>
    <dgm:pt modelId="{56E5023B-86FE-4E73-96D6-B2B1E71865B4}" type="sibTrans" cxnId="{7CBBE65E-0A08-4337-9E79-E1810EE99231}">
      <dgm:prSet/>
      <dgm:spPr/>
      <dgm:t>
        <a:bodyPr/>
        <a:lstStyle/>
        <a:p>
          <a:endParaRPr lang="en-US"/>
        </a:p>
      </dgm:t>
    </dgm:pt>
    <dgm:pt modelId="{84D16B4C-CA90-480D-B71E-74189856C241}">
      <dgm:prSet/>
      <dgm:spPr/>
      <dgm:t>
        <a:bodyPr/>
        <a:lstStyle/>
        <a:p>
          <a:r>
            <a:rPr lang="en-US"/>
            <a:t>2. Develop wellness program for age 30-50 demographic ($347K combined impact)</a:t>
          </a:r>
        </a:p>
      </dgm:t>
    </dgm:pt>
    <dgm:pt modelId="{86DE0E86-8E1B-43B3-AF97-80436B048624}" type="parTrans" cxnId="{15487946-52A5-4998-8E87-BFC80460A4E8}">
      <dgm:prSet/>
      <dgm:spPr/>
      <dgm:t>
        <a:bodyPr/>
        <a:lstStyle/>
        <a:p>
          <a:endParaRPr lang="en-US"/>
        </a:p>
      </dgm:t>
    </dgm:pt>
    <dgm:pt modelId="{A5ED598C-FFE4-4465-9C61-8A635A07B434}" type="sibTrans" cxnId="{15487946-52A5-4998-8E87-BFC80460A4E8}">
      <dgm:prSet/>
      <dgm:spPr/>
      <dgm:t>
        <a:bodyPr/>
        <a:lstStyle/>
        <a:p>
          <a:endParaRPr lang="en-US"/>
        </a:p>
      </dgm:t>
    </dgm:pt>
    <dgm:pt modelId="{30234140-455D-47BB-AB6E-698C4EACDE90}">
      <dgm:prSet/>
      <dgm:spPr/>
      <dgm:t>
        <a:bodyPr/>
        <a:lstStyle/>
        <a:p>
          <a:r>
            <a:rPr lang="en-US"/>
            <a:t>2. Create flexible work arrangements for long commuters (10-25km range)</a:t>
          </a:r>
        </a:p>
      </dgm:t>
    </dgm:pt>
    <dgm:pt modelId="{EB7ADCFE-AF2D-4AC5-BBD2-1FD09E30CD7A}" type="parTrans" cxnId="{A99247E1-8361-41ED-99D0-5011000F34C8}">
      <dgm:prSet/>
      <dgm:spPr/>
      <dgm:t>
        <a:bodyPr/>
        <a:lstStyle/>
        <a:p>
          <a:endParaRPr lang="en-US"/>
        </a:p>
      </dgm:t>
    </dgm:pt>
    <dgm:pt modelId="{371FABD4-D5EA-4F71-A0C4-7CD3144DF747}" type="sibTrans" cxnId="{A99247E1-8361-41ED-99D0-5011000F34C8}">
      <dgm:prSet/>
      <dgm:spPr/>
      <dgm:t>
        <a:bodyPr/>
        <a:lstStyle/>
        <a:p>
          <a:endParaRPr lang="en-US"/>
        </a:p>
      </dgm:t>
    </dgm:pt>
    <dgm:pt modelId="{6E831935-05C8-4979-B08F-9311DD305CC1}">
      <dgm:prSet/>
      <dgm:spPr/>
      <dgm:t>
        <a:bodyPr/>
        <a:lstStyle/>
        <a:p>
          <a:r>
            <a:rPr lang="en-US"/>
            <a:t>2. Establish employee health screening protocol with biometric tracking</a:t>
          </a:r>
        </a:p>
      </dgm:t>
    </dgm:pt>
    <dgm:pt modelId="{40065609-CCE4-4315-B175-6F2CB0F3A6A3}" type="parTrans" cxnId="{8E3A4BB4-8CFA-44F4-A3BA-CC307F810221}">
      <dgm:prSet/>
      <dgm:spPr/>
      <dgm:t>
        <a:bodyPr/>
        <a:lstStyle/>
        <a:p>
          <a:endParaRPr lang="en-US"/>
        </a:p>
      </dgm:t>
    </dgm:pt>
    <dgm:pt modelId="{2202A155-7D3A-4E6C-91AA-420322127A7B}" type="sibTrans" cxnId="{8E3A4BB4-8CFA-44F4-A3BA-CC307F810221}">
      <dgm:prSet/>
      <dgm:spPr/>
      <dgm:t>
        <a:bodyPr/>
        <a:lstStyle/>
        <a:p>
          <a:endParaRPr lang="en-US"/>
        </a:p>
      </dgm:t>
    </dgm:pt>
    <dgm:pt modelId="{A09E6601-3CCE-493F-AF32-C8A6FCE204F9}">
      <dgm:prSet/>
      <dgm:spPr/>
      <dgm:t>
        <a:bodyPr/>
        <a:lstStyle/>
        <a:p>
          <a:r>
            <a:rPr lang="en-US" b="1"/>
            <a:t>Long-Term Strategic Initiatives (6-12 Months)</a:t>
          </a:r>
          <a:endParaRPr lang="en-US"/>
        </a:p>
      </dgm:t>
    </dgm:pt>
    <dgm:pt modelId="{F8558D4C-2B0C-428D-AC6D-C73D9AA56A46}" type="parTrans" cxnId="{55A1C898-DD4B-46CA-98A2-6493BC1FE8AD}">
      <dgm:prSet/>
      <dgm:spPr/>
      <dgm:t>
        <a:bodyPr/>
        <a:lstStyle/>
        <a:p>
          <a:endParaRPr lang="en-US"/>
        </a:p>
      </dgm:t>
    </dgm:pt>
    <dgm:pt modelId="{C30DED47-A33C-45EA-A4FB-2E7434446BBE}" type="sibTrans" cxnId="{55A1C898-DD4B-46CA-98A2-6493BC1FE8AD}">
      <dgm:prSet/>
      <dgm:spPr/>
      <dgm:t>
        <a:bodyPr/>
        <a:lstStyle/>
        <a:p>
          <a:endParaRPr lang="en-US"/>
        </a:p>
      </dgm:t>
    </dgm:pt>
    <dgm:pt modelId="{6B0023BF-157A-4E7F-BC61-475B617E8EB5}">
      <dgm:prSet/>
      <dgm:spPr/>
      <dgm:t>
        <a:bodyPr/>
        <a:lstStyle/>
        <a:p>
          <a:r>
            <a:rPr lang="en-US"/>
            <a:t>3. Build predictive absence forecasting system with 85%+ accuracy</a:t>
          </a:r>
        </a:p>
      </dgm:t>
    </dgm:pt>
    <dgm:pt modelId="{A4D19F3D-16E2-4498-A6C8-8956FD10F27E}" type="parTrans" cxnId="{621F8FAB-1B2C-4083-ACDF-41F612E5C920}">
      <dgm:prSet/>
      <dgm:spPr/>
      <dgm:t>
        <a:bodyPr/>
        <a:lstStyle/>
        <a:p>
          <a:endParaRPr lang="en-US"/>
        </a:p>
      </dgm:t>
    </dgm:pt>
    <dgm:pt modelId="{DC3906BA-3A38-4F5E-B170-F0275872F9F3}" type="sibTrans" cxnId="{621F8FAB-1B2C-4083-ACDF-41F612E5C920}">
      <dgm:prSet/>
      <dgm:spPr/>
      <dgm:t>
        <a:bodyPr/>
        <a:lstStyle/>
        <a:p>
          <a:endParaRPr lang="en-US"/>
        </a:p>
      </dgm:t>
    </dgm:pt>
    <dgm:pt modelId="{92017FA8-7ABB-4F62-A5E0-54CBE44C419A}">
      <dgm:prSet/>
      <dgm:spPr/>
      <dgm:t>
        <a:bodyPr/>
        <a:lstStyle/>
        <a:p>
          <a:r>
            <a:rPr lang="en-US"/>
            <a:t>3. Redesign benefits package emphasizing preventive care and mental health</a:t>
          </a:r>
        </a:p>
      </dgm:t>
    </dgm:pt>
    <dgm:pt modelId="{89C1DE42-FC7B-49CC-98C0-B66486F4EDD7}" type="parTrans" cxnId="{F8EABEF6-B861-4273-8A31-AC9DD3E1EE7A}">
      <dgm:prSet/>
      <dgm:spPr/>
      <dgm:t>
        <a:bodyPr/>
        <a:lstStyle/>
        <a:p>
          <a:endParaRPr lang="en-US"/>
        </a:p>
      </dgm:t>
    </dgm:pt>
    <dgm:pt modelId="{5AEF06AD-6186-4F35-828D-368D7C8BBF08}" type="sibTrans" cxnId="{F8EABEF6-B861-4273-8A31-AC9DD3E1EE7A}">
      <dgm:prSet/>
      <dgm:spPr/>
      <dgm:t>
        <a:bodyPr/>
        <a:lstStyle/>
        <a:p>
          <a:endParaRPr lang="en-US"/>
        </a:p>
      </dgm:t>
    </dgm:pt>
    <dgm:pt modelId="{204167D7-0D49-4E03-BE8F-FA2889CA4639}" type="pres">
      <dgm:prSet presAssocID="{0B3A2192-65CF-4891-ABFE-FAA45428BFB8}" presName="Name0" presStyleCnt="0">
        <dgm:presLayoutVars>
          <dgm:dir/>
          <dgm:resizeHandles val="exact"/>
        </dgm:presLayoutVars>
      </dgm:prSet>
      <dgm:spPr/>
    </dgm:pt>
    <dgm:pt modelId="{4EECB3F2-D03C-4CDF-81B5-86706EE061DF}" type="pres">
      <dgm:prSet presAssocID="{37DCDB5B-FA75-4FB1-871A-2B2A75D1DD54}" presName="node" presStyleLbl="node1" presStyleIdx="0" presStyleCnt="11">
        <dgm:presLayoutVars>
          <dgm:bulletEnabled val="1"/>
        </dgm:presLayoutVars>
      </dgm:prSet>
      <dgm:spPr/>
    </dgm:pt>
    <dgm:pt modelId="{5D80777D-4986-48D4-ADEC-E6A76BCA0F96}" type="pres">
      <dgm:prSet presAssocID="{598AD756-2BDE-4CF6-8B4C-99D96876E698}" presName="sibTrans" presStyleLbl="sibTrans1D1" presStyleIdx="0" presStyleCnt="10"/>
      <dgm:spPr/>
    </dgm:pt>
    <dgm:pt modelId="{F08F97EF-C455-43A2-A760-E5FB00607E1E}" type="pres">
      <dgm:prSet presAssocID="{598AD756-2BDE-4CF6-8B4C-99D96876E698}" presName="connectorText" presStyleLbl="sibTrans1D1" presStyleIdx="0" presStyleCnt="10"/>
      <dgm:spPr/>
    </dgm:pt>
    <dgm:pt modelId="{88EFB3A3-6CD6-4EBD-B370-95063CF65E97}" type="pres">
      <dgm:prSet presAssocID="{6D3574B6-6C40-4A06-8D38-6794B97A86FA}" presName="node" presStyleLbl="node1" presStyleIdx="1" presStyleCnt="11">
        <dgm:presLayoutVars>
          <dgm:bulletEnabled val="1"/>
        </dgm:presLayoutVars>
      </dgm:prSet>
      <dgm:spPr/>
    </dgm:pt>
    <dgm:pt modelId="{1405CF11-09E5-4CA9-AB0C-B3C964880EC3}" type="pres">
      <dgm:prSet presAssocID="{9A0657FF-3D52-4FF4-BAAC-84963A2FB617}" presName="sibTrans" presStyleLbl="sibTrans1D1" presStyleIdx="1" presStyleCnt="10"/>
      <dgm:spPr/>
    </dgm:pt>
    <dgm:pt modelId="{9758DD89-3510-46DC-B1AE-AB86EBE74F1F}" type="pres">
      <dgm:prSet presAssocID="{9A0657FF-3D52-4FF4-BAAC-84963A2FB617}" presName="connectorText" presStyleLbl="sibTrans1D1" presStyleIdx="1" presStyleCnt="10"/>
      <dgm:spPr/>
    </dgm:pt>
    <dgm:pt modelId="{D53C9CA0-C9D9-42A6-A2AA-051D5761247A}" type="pres">
      <dgm:prSet presAssocID="{A78EB956-F482-4E14-B5D5-B033A9C24EF7}" presName="node" presStyleLbl="node1" presStyleIdx="2" presStyleCnt="11">
        <dgm:presLayoutVars>
          <dgm:bulletEnabled val="1"/>
        </dgm:presLayoutVars>
      </dgm:prSet>
      <dgm:spPr/>
    </dgm:pt>
    <dgm:pt modelId="{A7148212-9835-422B-9544-778003F2E471}" type="pres">
      <dgm:prSet presAssocID="{55C42A54-4A11-458D-AD15-BB833D9583A2}" presName="sibTrans" presStyleLbl="sibTrans1D1" presStyleIdx="2" presStyleCnt="10"/>
      <dgm:spPr/>
    </dgm:pt>
    <dgm:pt modelId="{22AACCF1-1108-4816-A52C-C900F96E7B94}" type="pres">
      <dgm:prSet presAssocID="{55C42A54-4A11-458D-AD15-BB833D9583A2}" presName="connectorText" presStyleLbl="sibTrans1D1" presStyleIdx="2" presStyleCnt="10"/>
      <dgm:spPr/>
    </dgm:pt>
    <dgm:pt modelId="{4CA27A39-C7AE-42FD-92F1-50DC05ADC1C4}" type="pres">
      <dgm:prSet presAssocID="{CDDA8079-519F-4D6F-B245-2E3ECE7134C2}" presName="node" presStyleLbl="node1" presStyleIdx="3" presStyleCnt="11">
        <dgm:presLayoutVars>
          <dgm:bulletEnabled val="1"/>
        </dgm:presLayoutVars>
      </dgm:prSet>
      <dgm:spPr/>
    </dgm:pt>
    <dgm:pt modelId="{8E042AB2-2ECC-4CD4-8667-101B08167AF1}" type="pres">
      <dgm:prSet presAssocID="{EAA93704-46AA-4D1F-BF47-3E134AF36793}" presName="sibTrans" presStyleLbl="sibTrans1D1" presStyleIdx="3" presStyleCnt="10"/>
      <dgm:spPr/>
    </dgm:pt>
    <dgm:pt modelId="{143D7D01-BE17-4B78-982A-C2A82FC98A44}" type="pres">
      <dgm:prSet presAssocID="{EAA93704-46AA-4D1F-BF47-3E134AF36793}" presName="connectorText" presStyleLbl="sibTrans1D1" presStyleIdx="3" presStyleCnt="10"/>
      <dgm:spPr/>
    </dgm:pt>
    <dgm:pt modelId="{01D195CC-B555-4124-B491-129A04E34F33}" type="pres">
      <dgm:prSet presAssocID="{7BDD70B8-0867-4674-9765-A1135DB0E639}" presName="node" presStyleLbl="node1" presStyleIdx="4" presStyleCnt="11">
        <dgm:presLayoutVars>
          <dgm:bulletEnabled val="1"/>
        </dgm:presLayoutVars>
      </dgm:prSet>
      <dgm:spPr/>
    </dgm:pt>
    <dgm:pt modelId="{7D5EFBE8-9D13-4A9C-9A9D-FBD002B9D77F}" type="pres">
      <dgm:prSet presAssocID="{56E5023B-86FE-4E73-96D6-B2B1E71865B4}" presName="sibTrans" presStyleLbl="sibTrans1D1" presStyleIdx="4" presStyleCnt="10"/>
      <dgm:spPr/>
    </dgm:pt>
    <dgm:pt modelId="{5F81E90F-6348-414E-AE20-2E168642F9C8}" type="pres">
      <dgm:prSet presAssocID="{56E5023B-86FE-4E73-96D6-B2B1E71865B4}" presName="connectorText" presStyleLbl="sibTrans1D1" presStyleIdx="4" presStyleCnt="10"/>
      <dgm:spPr/>
    </dgm:pt>
    <dgm:pt modelId="{D3ED38DB-D727-415B-BBEB-8C872859A567}" type="pres">
      <dgm:prSet presAssocID="{84D16B4C-CA90-480D-B71E-74189856C241}" presName="node" presStyleLbl="node1" presStyleIdx="5" presStyleCnt="11">
        <dgm:presLayoutVars>
          <dgm:bulletEnabled val="1"/>
        </dgm:presLayoutVars>
      </dgm:prSet>
      <dgm:spPr/>
    </dgm:pt>
    <dgm:pt modelId="{BCC14736-DF3E-4F1B-8B20-F646A0795A50}" type="pres">
      <dgm:prSet presAssocID="{A5ED598C-FFE4-4465-9C61-8A635A07B434}" presName="sibTrans" presStyleLbl="sibTrans1D1" presStyleIdx="5" presStyleCnt="10"/>
      <dgm:spPr/>
    </dgm:pt>
    <dgm:pt modelId="{ABFA0A82-96C8-4827-A6A2-27024FE3EEA0}" type="pres">
      <dgm:prSet presAssocID="{A5ED598C-FFE4-4465-9C61-8A635A07B434}" presName="connectorText" presStyleLbl="sibTrans1D1" presStyleIdx="5" presStyleCnt="10"/>
      <dgm:spPr/>
    </dgm:pt>
    <dgm:pt modelId="{9ECC059B-28BF-4EAA-8C04-C09F000B6AE9}" type="pres">
      <dgm:prSet presAssocID="{30234140-455D-47BB-AB6E-698C4EACDE90}" presName="node" presStyleLbl="node1" presStyleIdx="6" presStyleCnt="11">
        <dgm:presLayoutVars>
          <dgm:bulletEnabled val="1"/>
        </dgm:presLayoutVars>
      </dgm:prSet>
      <dgm:spPr/>
    </dgm:pt>
    <dgm:pt modelId="{C78A9E11-6CBF-4932-A1D5-48AABA39BD0C}" type="pres">
      <dgm:prSet presAssocID="{371FABD4-D5EA-4F71-A0C4-7CD3144DF747}" presName="sibTrans" presStyleLbl="sibTrans1D1" presStyleIdx="6" presStyleCnt="10"/>
      <dgm:spPr/>
    </dgm:pt>
    <dgm:pt modelId="{D39890A9-DF0F-4DA0-B9A1-3E86503352E8}" type="pres">
      <dgm:prSet presAssocID="{371FABD4-D5EA-4F71-A0C4-7CD3144DF747}" presName="connectorText" presStyleLbl="sibTrans1D1" presStyleIdx="6" presStyleCnt="10"/>
      <dgm:spPr/>
    </dgm:pt>
    <dgm:pt modelId="{A7234F32-708D-4C41-B1C8-C2FA6E6B6F51}" type="pres">
      <dgm:prSet presAssocID="{6E831935-05C8-4979-B08F-9311DD305CC1}" presName="node" presStyleLbl="node1" presStyleIdx="7" presStyleCnt="11">
        <dgm:presLayoutVars>
          <dgm:bulletEnabled val="1"/>
        </dgm:presLayoutVars>
      </dgm:prSet>
      <dgm:spPr/>
    </dgm:pt>
    <dgm:pt modelId="{3FFAD5BA-E5A9-4843-A637-EC02172A89F3}" type="pres">
      <dgm:prSet presAssocID="{2202A155-7D3A-4E6C-91AA-420322127A7B}" presName="sibTrans" presStyleLbl="sibTrans1D1" presStyleIdx="7" presStyleCnt="10"/>
      <dgm:spPr/>
    </dgm:pt>
    <dgm:pt modelId="{1644216E-C61C-4753-B532-81617FA6339B}" type="pres">
      <dgm:prSet presAssocID="{2202A155-7D3A-4E6C-91AA-420322127A7B}" presName="connectorText" presStyleLbl="sibTrans1D1" presStyleIdx="7" presStyleCnt="10"/>
      <dgm:spPr/>
    </dgm:pt>
    <dgm:pt modelId="{BB0B9A8B-A1B3-4D8D-A424-ACC56C776116}" type="pres">
      <dgm:prSet presAssocID="{A09E6601-3CCE-493F-AF32-C8A6FCE204F9}" presName="node" presStyleLbl="node1" presStyleIdx="8" presStyleCnt="11">
        <dgm:presLayoutVars>
          <dgm:bulletEnabled val="1"/>
        </dgm:presLayoutVars>
      </dgm:prSet>
      <dgm:spPr/>
    </dgm:pt>
    <dgm:pt modelId="{C8EA2150-DE9A-4043-BC47-4D297336B7DD}" type="pres">
      <dgm:prSet presAssocID="{C30DED47-A33C-45EA-A4FB-2E7434446BBE}" presName="sibTrans" presStyleLbl="sibTrans1D1" presStyleIdx="8" presStyleCnt="10"/>
      <dgm:spPr/>
    </dgm:pt>
    <dgm:pt modelId="{855D2AE9-758C-488A-9B48-60CC7E4AD2EC}" type="pres">
      <dgm:prSet presAssocID="{C30DED47-A33C-45EA-A4FB-2E7434446BBE}" presName="connectorText" presStyleLbl="sibTrans1D1" presStyleIdx="8" presStyleCnt="10"/>
      <dgm:spPr/>
    </dgm:pt>
    <dgm:pt modelId="{296B850C-653B-4A01-9971-A693BB491A6A}" type="pres">
      <dgm:prSet presAssocID="{6B0023BF-157A-4E7F-BC61-475B617E8EB5}" presName="node" presStyleLbl="node1" presStyleIdx="9" presStyleCnt="11">
        <dgm:presLayoutVars>
          <dgm:bulletEnabled val="1"/>
        </dgm:presLayoutVars>
      </dgm:prSet>
      <dgm:spPr/>
    </dgm:pt>
    <dgm:pt modelId="{DD511394-D15F-4F6E-A50B-0601009BC8F6}" type="pres">
      <dgm:prSet presAssocID="{DC3906BA-3A38-4F5E-B170-F0275872F9F3}" presName="sibTrans" presStyleLbl="sibTrans1D1" presStyleIdx="9" presStyleCnt="10"/>
      <dgm:spPr/>
    </dgm:pt>
    <dgm:pt modelId="{58477CAE-EAC9-4620-B980-E05B411BD7DB}" type="pres">
      <dgm:prSet presAssocID="{DC3906BA-3A38-4F5E-B170-F0275872F9F3}" presName="connectorText" presStyleLbl="sibTrans1D1" presStyleIdx="9" presStyleCnt="10"/>
      <dgm:spPr/>
    </dgm:pt>
    <dgm:pt modelId="{12599392-72A4-4A2B-88CA-79FE5A88BAA5}" type="pres">
      <dgm:prSet presAssocID="{92017FA8-7ABB-4F62-A5E0-54CBE44C419A}" presName="node" presStyleLbl="node1" presStyleIdx="10" presStyleCnt="11">
        <dgm:presLayoutVars>
          <dgm:bulletEnabled val="1"/>
        </dgm:presLayoutVars>
      </dgm:prSet>
      <dgm:spPr/>
    </dgm:pt>
  </dgm:ptLst>
  <dgm:cxnLst>
    <dgm:cxn modelId="{BCF9480A-1F1F-47CB-B8D4-EEC9382BA1EF}" type="presOf" srcId="{EAA93704-46AA-4D1F-BF47-3E134AF36793}" destId="{143D7D01-BE17-4B78-982A-C2A82FC98A44}" srcOrd="1" destOrd="0" presId="urn:microsoft.com/office/officeart/2016/7/layout/RepeatingBendingProcessNew"/>
    <dgm:cxn modelId="{F0FF1F18-BFE2-4CA2-AD3A-D8875F5840C3}" type="presOf" srcId="{30234140-455D-47BB-AB6E-698C4EACDE90}" destId="{9ECC059B-28BF-4EAA-8C04-C09F000B6AE9}" srcOrd="0" destOrd="0" presId="urn:microsoft.com/office/officeart/2016/7/layout/RepeatingBendingProcessNew"/>
    <dgm:cxn modelId="{E7D7B51D-DF17-4B8F-BC9B-46923E67BBF2}" type="presOf" srcId="{92017FA8-7ABB-4F62-A5E0-54CBE44C419A}" destId="{12599392-72A4-4A2B-88CA-79FE5A88BAA5}" srcOrd="0" destOrd="0" presId="urn:microsoft.com/office/officeart/2016/7/layout/RepeatingBendingProcessNew"/>
    <dgm:cxn modelId="{1E5EB71E-CDDF-487D-8F7C-222C74A64DC8}" type="presOf" srcId="{9A0657FF-3D52-4FF4-BAAC-84963A2FB617}" destId="{9758DD89-3510-46DC-B1AE-AB86EBE74F1F}" srcOrd="1" destOrd="0" presId="urn:microsoft.com/office/officeart/2016/7/layout/RepeatingBendingProcessNew"/>
    <dgm:cxn modelId="{A4F03B27-C238-4477-B31F-FD8CC2CE76ED}" type="presOf" srcId="{55C42A54-4A11-458D-AD15-BB833D9583A2}" destId="{A7148212-9835-422B-9544-778003F2E471}" srcOrd="0" destOrd="0" presId="urn:microsoft.com/office/officeart/2016/7/layout/RepeatingBendingProcessNew"/>
    <dgm:cxn modelId="{1528DE2F-891F-42BD-843B-06EB3FD3FC80}" type="presOf" srcId="{2202A155-7D3A-4E6C-91AA-420322127A7B}" destId="{3FFAD5BA-E5A9-4843-A637-EC02172A89F3}" srcOrd="0" destOrd="0" presId="urn:microsoft.com/office/officeart/2016/7/layout/RepeatingBendingProcessNew"/>
    <dgm:cxn modelId="{575FAE30-5186-40F1-A52A-724662C79B1D}" srcId="{0B3A2192-65CF-4891-ABFE-FAA45428BFB8}" destId="{A78EB956-F482-4E14-B5D5-B033A9C24EF7}" srcOrd="2" destOrd="0" parTransId="{C284A61F-4A8C-4333-AA9E-B419DD722463}" sibTransId="{55C42A54-4A11-458D-AD15-BB833D9583A2}"/>
    <dgm:cxn modelId="{E813D731-4204-48A1-AD0B-B7236F85CE9B}" type="presOf" srcId="{6D3574B6-6C40-4A06-8D38-6794B97A86FA}" destId="{88EFB3A3-6CD6-4EBD-B370-95063CF65E97}" srcOrd="0" destOrd="0" presId="urn:microsoft.com/office/officeart/2016/7/layout/RepeatingBendingProcessNew"/>
    <dgm:cxn modelId="{D4805C32-A3B6-4A8F-B907-BB9E8D20E9C3}" type="presOf" srcId="{CDDA8079-519F-4D6F-B245-2E3ECE7134C2}" destId="{4CA27A39-C7AE-42FD-92F1-50DC05ADC1C4}" srcOrd="0" destOrd="0" presId="urn:microsoft.com/office/officeart/2016/7/layout/RepeatingBendingProcessNew"/>
    <dgm:cxn modelId="{F18C1535-414A-4EDE-8017-1375FFB1F414}" type="presOf" srcId="{C30DED47-A33C-45EA-A4FB-2E7434446BBE}" destId="{C8EA2150-DE9A-4043-BC47-4D297336B7DD}" srcOrd="0" destOrd="0" presId="urn:microsoft.com/office/officeart/2016/7/layout/RepeatingBendingProcessNew"/>
    <dgm:cxn modelId="{BA1D1E3B-705A-4DDD-81EC-94544432AD5E}" type="presOf" srcId="{9A0657FF-3D52-4FF4-BAAC-84963A2FB617}" destId="{1405CF11-09E5-4CA9-AB0C-B3C964880EC3}" srcOrd="0" destOrd="0" presId="urn:microsoft.com/office/officeart/2016/7/layout/RepeatingBendingProcessNew"/>
    <dgm:cxn modelId="{C9CF1E5B-2A90-4B72-950B-153A38A9A1C4}" type="presOf" srcId="{55C42A54-4A11-458D-AD15-BB833D9583A2}" destId="{22AACCF1-1108-4816-A52C-C900F96E7B94}" srcOrd="1" destOrd="0" presId="urn:microsoft.com/office/officeart/2016/7/layout/RepeatingBendingProcessNew"/>
    <dgm:cxn modelId="{7CBBE65E-0A08-4337-9E79-E1810EE99231}" srcId="{0B3A2192-65CF-4891-ABFE-FAA45428BFB8}" destId="{7BDD70B8-0867-4674-9765-A1135DB0E639}" srcOrd="4" destOrd="0" parTransId="{E1E233C2-0AA0-485C-83B7-DDCE3217FE51}" sibTransId="{56E5023B-86FE-4E73-96D6-B2B1E71865B4}"/>
    <dgm:cxn modelId="{FEF5FF5F-BDE6-4100-A14D-29AA4742C486}" type="presOf" srcId="{56E5023B-86FE-4E73-96D6-B2B1E71865B4}" destId="{7D5EFBE8-9D13-4A9C-9A9D-FBD002B9D77F}" srcOrd="0" destOrd="0" presId="urn:microsoft.com/office/officeart/2016/7/layout/RepeatingBendingProcessNew"/>
    <dgm:cxn modelId="{6ACC2061-EE31-4EEF-9398-789B3496B4E5}" type="presOf" srcId="{6E831935-05C8-4979-B08F-9311DD305CC1}" destId="{A7234F32-708D-4C41-B1C8-C2FA6E6B6F51}" srcOrd="0" destOrd="0" presId="urn:microsoft.com/office/officeart/2016/7/layout/RepeatingBendingProcessNew"/>
    <dgm:cxn modelId="{D424F442-E27B-45B4-9FD1-43A1AE5F4DD7}" type="presOf" srcId="{56E5023B-86FE-4E73-96D6-B2B1E71865B4}" destId="{5F81E90F-6348-414E-AE20-2E168642F9C8}" srcOrd="1" destOrd="0" presId="urn:microsoft.com/office/officeart/2016/7/layout/RepeatingBendingProcessNew"/>
    <dgm:cxn modelId="{28075E44-AC22-471E-B87E-F557BCA2E64A}" srcId="{0B3A2192-65CF-4891-ABFE-FAA45428BFB8}" destId="{6D3574B6-6C40-4A06-8D38-6794B97A86FA}" srcOrd="1" destOrd="0" parTransId="{4C63F026-454E-47C5-9798-1C62C4692236}" sibTransId="{9A0657FF-3D52-4FF4-BAAC-84963A2FB617}"/>
    <dgm:cxn modelId="{15487946-52A5-4998-8E87-BFC80460A4E8}" srcId="{0B3A2192-65CF-4891-ABFE-FAA45428BFB8}" destId="{84D16B4C-CA90-480D-B71E-74189856C241}" srcOrd="5" destOrd="0" parTransId="{86DE0E86-8E1B-43B3-AF97-80436B048624}" sibTransId="{A5ED598C-FFE4-4465-9C61-8A635A07B434}"/>
    <dgm:cxn modelId="{91C40149-08D1-4204-ABC5-707D2A0A7077}" type="presOf" srcId="{598AD756-2BDE-4CF6-8B4C-99D96876E698}" destId="{F08F97EF-C455-43A2-A760-E5FB00607E1E}" srcOrd="1" destOrd="0" presId="urn:microsoft.com/office/officeart/2016/7/layout/RepeatingBendingProcessNew"/>
    <dgm:cxn modelId="{D6950B49-9F91-4126-95CC-4C11699EFEF9}" type="presOf" srcId="{EAA93704-46AA-4D1F-BF47-3E134AF36793}" destId="{8E042AB2-2ECC-4CD4-8667-101B08167AF1}" srcOrd="0" destOrd="0" presId="urn:microsoft.com/office/officeart/2016/7/layout/RepeatingBendingProcessNew"/>
    <dgm:cxn modelId="{7587F969-24B1-4B72-B339-4D24E08C6130}" type="presOf" srcId="{371FABD4-D5EA-4F71-A0C4-7CD3144DF747}" destId="{C78A9E11-6CBF-4932-A1D5-48AABA39BD0C}" srcOrd="0" destOrd="0" presId="urn:microsoft.com/office/officeart/2016/7/layout/RepeatingBendingProcessNew"/>
    <dgm:cxn modelId="{4DE3B74C-226E-4B59-8378-491789D1FDC4}" type="presOf" srcId="{84D16B4C-CA90-480D-B71E-74189856C241}" destId="{D3ED38DB-D727-415B-BBEB-8C872859A567}" srcOrd="0" destOrd="0" presId="urn:microsoft.com/office/officeart/2016/7/layout/RepeatingBendingProcessNew"/>
    <dgm:cxn modelId="{3978676D-A11F-474A-914A-F118C4C5D000}" type="presOf" srcId="{A09E6601-3CCE-493F-AF32-C8A6FCE204F9}" destId="{BB0B9A8B-A1B3-4D8D-A424-ACC56C776116}" srcOrd="0" destOrd="0" presId="urn:microsoft.com/office/officeart/2016/7/layout/RepeatingBendingProcessNew"/>
    <dgm:cxn modelId="{F09FF04E-0019-440E-86E1-759FC0DD01EA}" srcId="{0B3A2192-65CF-4891-ABFE-FAA45428BFB8}" destId="{CDDA8079-519F-4D6F-B245-2E3ECE7134C2}" srcOrd="3" destOrd="0" parTransId="{51C66B6E-39C4-4AAD-8957-61776C9B6C72}" sibTransId="{EAA93704-46AA-4D1F-BF47-3E134AF36793}"/>
    <dgm:cxn modelId="{12022A5A-39BD-4F38-8FB1-8A934CBF743F}" type="presOf" srcId="{A78EB956-F482-4E14-B5D5-B033A9C24EF7}" destId="{D53C9CA0-C9D9-42A6-A2AA-051D5761247A}" srcOrd="0" destOrd="0" presId="urn:microsoft.com/office/officeart/2016/7/layout/RepeatingBendingProcessNew"/>
    <dgm:cxn modelId="{C8A4307D-6114-4863-A2D5-0A3FBFB88F54}" srcId="{0B3A2192-65CF-4891-ABFE-FAA45428BFB8}" destId="{37DCDB5B-FA75-4FB1-871A-2B2A75D1DD54}" srcOrd="0" destOrd="0" parTransId="{CE625E87-0178-4025-ABC5-E4BBF498A974}" sibTransId="{598AD756-2BDE-4CF6-8B4C-99D96876E698}"/>
    <dgm:cxn modelId="{9EC61388-1A51-47D1-86DF-2EF3396A85D1}" type="presOf" srcId="{DC3906BA-3A38-4F5E-B170-F0275872F9F3}" destId="{58477CAE-EAC9-4620-B980-E05B411BD7DB}" srcOrd="1" destOrd="0" presId="urn:microsoft.com/office/officeart/2016/7/layout/RepeatingBendingProcessNew"/>
    <dgm:cxn modelId="{55A1C898-DD4B-46CA-98A2-6493BC1FE8AD}" srcId="{0B3A2192-65CF-4891-ABFE-FAA45428BFB8}" destId="{A09E6601-3CCE-493F-AF32-C8A6FCE204F9}" srcOrd="8" destOrd="0" parTransId="{F8558D4C-2B0C-428D-AC6D-C73D9AA56A46}" sibTransId="{C30DED47-A33C-45EA-A4FB-2E7434446BBE}"/>
    <dgm:cxn modelId="{C1DE579E-F988-4E74-AD43-DB7104AD4DD2}" type="presOf" srcId="{2202A155-7D3A-4E6C-91AA-420322127A7B}" destId="{1644216E-C61C-4753-B532-81617FA6339B}" srcOrd="1" destOrd="0" presId="urn:microsoft.com/office/officeart/2016/7/layout/RepeatingBendingProcessNew"/>
    <dgm:cxn modelId="{621F8FAB-1B2C-4083-ACDF-41F612E5C920}" srcId="{0B3A2192-65CF-4891-ABFE-FAA45428BFB8}" destId="{6B0023BF-157A-4E7F-BC61-475B617E8EB5}" srcOrd="9" destOrd="0" parTransId="{A4D19F3D-16E2-4498-A6C8-8956FD10F27E}" sibTransId="{DC3906BA-3A38-4F5E-B170-F0275872F9F3}"/>
    <dgm:cxn modelId="{8DA020AF-841F-4FC8-A4AA-86E296A3DEF3}" type="presOf" srcId="{371FABD4-D5EA-4F71-A0C4-7CD3144DF747}" destId="{D39890A9-DF0F-4DA0-B9A1-3E86503352E8}" srcOrd="1" destOrd="0" presId="urn:microsoft.com/office/officeart/2016/7/layout/RepeatingBendingProcessNew"/>
    <dgm:cxn modelId="{8E3A4BB4-8CFA-44F4-A3BA-CC307F810221}" srcId="{0B3A2192-65CF-4891-ABFE-FAA45428BFB8}" destId="{6E831935-05C8-4979-B08F-9311DD305CC1}" srcOrd="7" destOrd="0" parTransId="{40065609-CCE4-4315-B175-6F2CB0F3A6A3}" sibTransId="{2202A155-7D3A-4E6C-91AA-420322127A7B}"/>
    <dgm:cxn modelId="{0D0025B7-F2EA-4267-8255-DAE5302ED178}" type="presOf" srcId="{A5ED598C-FFE4-4465-9C61-8A635A07B434}" destId="{ABFA0A82-96C8-4827-A6A2-27024FE3EEA0}" srcOrd="1" destOrd="0" presId="urn:microsoft.com/office/officeart/2016/7/layout/RepeatingBendingProcessNew"/>
    <dgm:cxn modelId="{6FC6D0D2-203A-4F3C-A0AA-395051E6E3F6}" type="presOf" srcId="{0B3A2192-65CF-4891-ABFE-FAA45428BFB8}" destId="{204167D7-0D49-4E03-BE8F-FA2889CA4639}" srcOrd="0" destOrd="0" presId="urn:microsoft.com/office/officeart/2016/7/layout/RepeatingBendingProcessNew"/>
    <dgm:cxn modelId="{9FFB30D7-C088-464D-8769-6EC56800ECED}" type="presOf" srcId="{DC3906BA-3A38-4F5E-B170-F0275872F9F3}" destId="{DD511394-D15F-4F6E-A50B-0601009BC8F6}" srcOrd="0" destOrd="0" presId="urn:microsoft.com/office/officeart/2016/7/layout/RepeatingBendingProcessNew"/>
    <dgm:cxn modelId="{BC113BDC-E89A-4950-8A36-0253787AA38C}" type="presOf" srcId="{6B0023BF-157A-4E7F-BC61-475B617E8EB5}" destId="{296B850C-653B-4A01-9971-A693BB491A6A}" srcOrd="0" destOrd="0" presId="urn:microsoft.com/office/officeart/2016/7/layout/RepeatingBendingProcessNew"/>
    <dgm:cxn modelId="{85E8C1DE-3FAE-4E8C-83D9-A83D797C663D}" type="presOf" srcId="{A5ED598C-FFE4-4465-9C61-8A635A07B434}" destId="{BCC14736-DF3E-4F1B-8B20-F646A0795A50}" srcOrd="0" destOrd="0" presId="urn:microsoft.com/office/officeart/2016/7/layout/RepeatingBendingProcessNew"/>
    <dgm:cxn modelId="{896F55E0-7CEA-4739-9F3F-F6B6937FD4AB}" type="presOf" srcId="{37DCDB5B-FA75-4FB1-871A-2B2A75D1DD54}" destId="{4EECB3F2-D03C-4CDF-81B5-86706EE061DF}" srcOrd="0" destOrd="0" presId="urn:microsoft.com/office/officeart/2016/7/layout/RepeatingBendingProcessNew"/>
    <dgm:cxn modelId="{A99247E1-8361-41ED-99D0-5011000F34C8}" srcId="{0B3A2192-65CF-4891-ABFE-FAA45428BFB8}" destId="{30234140-455D-47BB-AB6E-698C4EACDE90}" srcOrd="6" destOrd="0" parTransId="{EB7ADCFE-AF2D-4AC5-BBD2-1FD09E30CD7A}" sibTransId="{371FABD4-D5EA-4F71-A0C4-7CD3144DF747}"/>
    <dgm:cxn modelId="{EF9E49F1-A9F8-41FE-B56B-904E7529F631}" type="presOf" srcId="{C30DED47-A33C-45EA-A4FB-2E7434446BBE}" destId="{855D2AE9-758C-488A-9B48-60CC7E4AD2EC}" srcOrd="1" destOrd="0" presId="urn:microsoft.com/office/officeart/2016/7/layout/RepeatingBendingProcessNew"/>
    <dgm:cxn modelId="{767987F2-5DD7-431D-8FB6-4CE94DEB0122}" type="presOf" srcId="{7BDD70B8-0867-4674-9765-A1135DB0E639}" destId="{01D195CC-B555-4124-B491-129A04E34F33}" srcOrd="0" destOrd="0" presId="urn:microsoft.com/office/officeart/2016/7/layout/RepeatingBendingProcessNew"/>
    <dgm:cxn modelId="{60E490F3-CB13-46A6-9FF9-4786EC1EAD8B}" type="presOf" srcId="{598AD756-2BDE-4CF6-8B4C-99D96876E698}" destId="{5D80777D-4986-48D4-ADEC-E6A76BCA0F96}" srcOrd="0" destOrd="0" presId="urn:microsoft.com/office/officeart/2016/7/layout/RepeatingBendingProcessNew"/>
    <dgm:cxn modelId="{F8EABEF6-B861-4273-8A31-AC9DD3E1EE7A}" srcId="{0B3A2192-65CF-4891-ABFE-FAA45428BFB8}" destId="{92017FA8-7ABB-4F62-A5E0-54CBE44C419A}" srcOrd="10" destOrd="0" parTransId="{89C1DE42-FC7B-49CC-98C0-B66486F4EDD7}" sibTransId="{5AEF06AD-6186-4F35-828D-368D7C8BBF08}"/>
    <dgm:cxn modelId="{0F49D08E-E15A-4D6D-8A14-789FB3022207}" type="presParOf" srcId="{204167D7-0D49-4E03-BE8F-FA2889CA4639}" destId="{4EECB3F2-D03C-4CDF-81B5-86706EE061DF}" srcOrd="0" destOrd="0" presId="urn:microsoft.com/office/officeart/2016/7/layout/RepeatingBendingProcessNew"/>
    <dgm:cxn modelId="{DB559671-66AF-484A-A32E-B1B679354271}" type="presParOf" srcId="{204167D7-0D49-4E03-BE8F-FA2889CA4639}" destId="{5D80777D-4986-48D4-ADEC-E6A76BCA0F96}" srcOrd="1" destOrd="0" presId="urn:microsoft.com/office/officeart/2016/7/layout/RepeatingBendingProcessNew"/>
    <dgm:cxn modelId="{6C934530-1FE3-4D0B-8155-E9F28B7041F2}" type="presParOf" srcId="{5D80777D-4986-48D4-ADEC-E6A76BCA0F96}" destId="{F08F97EF-C455-43A2-A760-E5FB00607E1E}" srcOrd="0" destOrd="0" presId="urn:microsoft.com/office/officeart/2016/7/layout/RepeatingBendingProcessNew"/>
    <dgm:cxn modelId="{97546DA7-24ED-4B3C-A032-382F14603BF1}" type="presParOf" srcId="{204167D7-0D49-4E03-BE8F-FA2889CA4639}" destId="{88EFB3A3-6CD6-4EBD-B370-95063CF65E97}" srcOrd="2" destOrd="0" presId="urn:microsoft.com/office/officeart/2016/7/layout/RepeatingBendingProcessNew"/>
    <dgm:cxn modelId="{E9248CDB-74B5-47CA-8F94-A6E8AF80B5BF}" type="presParOf" srcId="{204167D7-0D49-4E03-BE8F-FA2889CA4639}" destId="{1405CF11-09E5-4CA9-AB0C-B3C964880EC3}" srcOrd="3" destOrd="0" presId="urn:microsoft.com/office/officeart/2016/7/layout/RepeatingBendingProcessNew"/>
    <dgm:cxn modelId="{1086677A-F4C2-4B23-882A-1DDF26F439D3}" type="presParOf" srcId="{1405CF11-09E5-4CA9-AB0C-B3C964880EC3}" destId="{9758DD89-3510-46DC-B1AE-AB86EBE74F1F}" srcOrd="0" destOrd="0" presId="urn:microsoft.com/office/officeart/2016/7/layout/RepeatingBendingProcessNew"/>
    <dgm:cxn modelId="{8CC27FB9-891C-47A7-878F-B6DC18F038D0}" type="presParOf" srcId="{204167D7-0D49-4E03-BE8F-FA2889CA4639}" destId="{D53C9CA0-C9D9-42A6-A2AA-051D5761247A}" srcOrd="4" destOrd="0" presId="urn:microsoft.com/office/officeart/2016/7/layout/RepeatingBendingProcessNew"/>
    <dgm:cxn modelId="{FBDB46C3-17FA-4FED-B969-E626F9D79437}" type="presParOf" srcId="{204167D7-0D49-4E03-BE8F-FA2889CA4639}" destId="{A7148212-9835-422B-9544-778003F2E471}" srcOrd="5" destOrd="0" presId="urn:microsoft.com/office/officeart/2016/7/layout/RepeatingBendingProcessNew"/>
    <dgm:cxn modelId="{D8525FA6-E660-4316-AB56-B8429FC156CB}" type="presParOf" srcId="{A7148212-9835-422B-9544-778003F2E471}" destId="{22AACCF1-1108-4816-A52C-C900F96E7B94}" srcOrd="0" destOrd="0" presId="urn:microsoft.com/office/officeart/2016/7/layout/RepeatingBendingProcessNew"/>
    <dgm:cxn modelId="{BADDEBEB-CE20-400C-989B-1A6F72BA57FF}" type="presParOf" srcId="{204167D7-0D49-4E03-BE8F-FA2889CA4639}" destId="{4CA27A39-C7AE-42FD-92F1-50DC05ADC1C4}" srcOrd="6" destOrd="0" presId="urn:microsoft.com/office/officeart/2016/7/layout/RepeatingBendingProcessNew"/>
    <dgm:cxn modelId="{AB24AACE-474E-4244-8FF9-9C84EB56C61B}" type="presParOf" srcId="{204167D7-0D49-4E03-BE8F-FA2889CA4639}" destId="{8E042AB2-2ECC-4CD4-8667-101B08167AF1}" srcOrd="7" destOrd="0" presId="urn:microsoft.com/office/officeart/2016/7/layout/RepeatingBendingProcessNew"/>
    <dgm:cxn modelId="{CD53CCB2-ED14-4296-BAAA-649D604B5DBE}" type="presParOf" srcId="{8E042AB2-2ECC-4CD4-8667-101B08167AF1}" destId="{143D7D01-BE17-4B78-982A-C2A82FC98A44}" srcOrd="0" destOrd="0" presId="urn:microsoft.com/office/officeart/2016/7/layout/RepeatingBendingProcessNew"/>
    <dgm:cxn modelId="{BC3969B5-82D5-4963-8D77-EEE05564A923}" type="presParOf" srcId="{204167D7-0D49-4E03-BE8F-FA2889CA4639}" destId="{01D195CC-B555-4124-B491-129A04E34F33}" srcOrd="8" destOrd="0" presId="urn:microsoft.com/office/officeart/2016/7/layout/RepeatingBendingProcessNew"/>
    <dgm:cxn modelId="{A9A557E0-DEC1-4D65-A558-485DD3426D1C}" type="presParOf" srcId="{204167D7-0D49-4E03-BE8F-FA2889CA4639}" destId="{7D5EFBE8-9D13-4A9C-9A9D-FBD002B9D77F}" srcOrd="9" destOrd="0" presId="urn:microsoft.com/office/officeart/2016/7/layout/RepeatingBendingProcessNew"/>
    <dgm:cxn modelId="{F9C53EE8-BB44-4EBF-9ACB-90C3581D7524}" type="presParOf" srcId="{7D5EFBE8-9D13-4A9C-9A9D-FBD002B9D77F}" destId="{5F81E90F-6348-414E-AE20-2E168642F9C8}" srcOrd="0" destOrd="0" presId="urn:microsoft.com/office/officeart/2016/7/layout/RepeatingBendingProcessNew"/>
    <dgm:cxn modelId="{634AB3B4-5C76-49AE-8261-2B0A1BB0AB85}" type="presParOf" srcId="{204167D7-0D49-4E03-BE8F-FA2889CA4639}" destId="{D3ED38DB-D727-415B-BBEB-8C872859A567}" srcOrd="10" destOrd="0" presId="urn:microsoft.com/office/officeart/2016/7/layout/RepeatingBendingProcessNew"/>
    <dgm:cxn modelId="{D6640374-7715-4DDF-9FF7-34403B7ABA25}" type="presParOf" srcId="{204167D7-0D49-4E03-BE8F-FA2889CA4639}" destId="{BCC14736-DF3E-4F1B-8B20-F646A0795A50}" srcOrd="11" destOrd="0" presId="urn:microsoft.com/office/officeart/2016/7/layout/RepeatingBendingProcessNew"/>
    <dgm:cxn modelId="{9826B446-6960-48F3-9D4E-7D56BCB13DBB}" type="presParOf" srcId="{BCC14736-DF3E-4F1B-8B20-F646A0795A50}" destId="{ABFA0A82-96C8-4827-A6A2-27024FE3EEA0}" srcOrd="0" destOrd="0" presId="urn:microsoft.com/office/officeart/2016/7/layout/RepeatingBendingProcessNew"/>
    <dgm:cxn modelId="{6CA8E58D-BBFF-41C1-9C16-1E48B544B1B5}" type="presParOf" srcId="{204167D7-0D49-4E03-BE8F-FA2889CA4639}" destId="{9ECC059B-28BF-4EAA-8C04-C09F000B6AE9}" srcOrd="12" destOrd="0" presId="urn:microsoft.com/office/officeart/2016/7/layout/RepeatingBendingProcessNew"/>
    <dgm:cxn modelId="{8CCA729A-6736-482D-A0A8-4EBD411B8413}" type="presParOf" srcId="{204167D7-0D49-4E03-BE8F-FA2889CA4639}" destId="{C78A9E11-6CBF-4932-A1D5-48AABA39BD0C}" srcOrd="13" destOrd="0" presId="urn:microsoft.com/office/officeart/2016/7/layout/RepeatingBendingProcessNew"/>
    <dgm:cxn modelId="{31F4441A-442C-4E4D-860F-B9C4D2DE8086}" type="presParOf" srcId="{C78A9E11-6CBF-4932-A1D5-48AABA39BD0C}" destId="{D39890A9-DF0F-4DA0-B9A1-3E86503352E8}" srcOrd="0" destOrd="0" presId="urn:microsoft.com/office/officeart/2016/7/layout/RepeatingBendingProcessNew"/>
    <dgm:cxn modelId="{8927D168-54DA-475A-9D63-0EDE27B7D516}" type="presParOf" srcId="{204167D7-0D49-4E03-BE8F-FA2889CA4639}" destId="{A7234F32-708D-4C41-B1C8-C2FA6E6B6F51}" srcOrd="14" destOrd="0" presId="urn:microsoft.com/office/officeart/2016/7/layout/RepeatingBendingProcessNew"/>
    <dgm:cxn modelId="{D94E5CE6-ADFF-4B50-B086-AD5F16B84A4F}" type="presParOf" srcId="{204167D7-0D49-4E03-BE8F-FA2889CA4639}" destId="{3FFAD5BA-E5A9-4843-A637-EC02172A89F3}" srcOrd="15" destOrd="0" presId="urn:microsoft.com/office/officeart/2016/7/layout/RepeatingBendingProcessNew"/>
    <dgm:cxn modelId="{15930E5A-1BEC-4834-AE19-8694F2C2D254}" type="presParOf" srcId="{3FFAD5BA-E5A9-4843-A637-EC02172A89F3}" destId="{1644216E-C61C-4753-B532-81617FA6339B}" srcOrd="0" destOrd="0" presId="urn:microsoft.com/office/officeart/2016/7/layout/RepeatingBendingProcessNew"/>
    <dgm:cxn modelId="{E1EC723A-5A8E-4E8A-869B-DABA8EB73DAC}" type="presParOf" srcId="{204167D7-0D49-4E03-BE8F-FA2889CA4639}" destId="{BB0B9A8B-A1B3-4D8D-A424-ACC56C776116}" srcOrd="16" destOrd="0" presId="urn:microsoft.com/office/officeart/2016/7/layout/RepeatingBendingProcessNew"/>
    <dgm:cxn modelId="{89F6B378-CF6A-441C-8A99-90362C572CCC}" type="presParOf" srcId="{204167D7-0D49-4E03-BE8F-FA2889CA4639}" destId="{C8EA2150-DE9A-4043-BC47-4D297336B7DD}" srcOrd="17" destOrd="0" presId="urn:microsoft.com/office/officeart/2016/7/layout/RepeatingBendingProcessNew"/>
    <dgm:cxn modelId="{C41F8BCF-7517-4D36-A560-67E92A475B82}" type="presParOf" srcId="{C8EA2150-DE9A-4043-BC47-4D297336B7DD}" destId="{855D2AE9-758C-488A-9B48-60CC7E4AD2EC}" srcOrd="0" destOrd="0" presId="urn:microsoft.com/office/officeart/2016/7/layout/RepeatingBendingProcessNew"/>
    <dgm:cxn modelId="{37740CF5-2B6F-4E16-84D7-A2071E123908}" type="presParOf" srcId="{204167D7-0D49-4E03-BE8F-FA2889CA4639}" destId="{296B850C-653B-4A01-9971-A693BB491A6A}" srcOrd="18" destOrd="0" presId="urn:microsoft.com/office/officeart/2016/7/layout/RepeatingBendingProcessNew"/>
    <dgm:cxn modelId="{4086FA67-C93C-4D5C-A048-C24DC91C1C7D}" type="presParOf" srcId="{204167D7-0D49-4E03-BE8F-FA2889CA4639}" destId="{DD511394-D15F-4F6E-A50B-0601009BC8F6}" srcOrd="19" destOrd="0" presId="urn:microsoft.com/office/officeart/2016/7/layout/RepeatingBendingProcessNew"/>
    <dgm:cxn modelId="{381166DA-5620-42B3-B973-A929F4902615}" type="presParOf" srcId="{DD511394-D15F-4F6E-A50B-0601009BC8F6}" destId="{58477CAE-EAC9-4620-B980-E05B411BD7DB}" srcOrd="0" destOrd="0" presId="urn:microsoft.com/office/officeart/2016/7/layout/RepeatingBendingProcessNew"/>
    <dgm:cxn modelId="{7D2F0924-C080-48C7-B431-A074BADFFB32}" type="presParOf" srcId="{204167D7-0D49-4E03-BE8F-FA2889CA4639}" destId="{12599392-72A4-4A2B-88CA-79FE5A88BAA5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4BC76D7-0999-4F26-B473-7F8B0B78CBB9}" type="doc">
      <dgm:prSet loTypeId="urn:microsoft.com/office/officeart/2016/7/layout/LinearArrowProcessNumbered" loCatId="process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D58A27A-AC45-46C6-81EB-E835D6355AD4}">
      <dgm:prSet/>
      <dgm:spPr/>
      <dgm:t>
        <a:bodyPr/>
        <a:lstStyle/>
        <a:p>
          <a:r>
            <a:rPr lang="en-US" b="1"/>
            <a:t>Phase 1: Foundation (Month 1-2)</a:t>
          </a:r>
          <a:endParaRPr lang="en-US"/>
        </a:p>
      </dgm:t>
    </dgm:pt>
    <dgm:pt modelId="{CB43F4E1-9F3A-4C78-9C45-C6A3FD4ECD98}" type="parTrans" cxnId="{35D501DD-7098-4E04-9850-A6AEB8CE54BC}">
      <dgm:prSet/>
      <dgm:spPr/>
      <dgm:t>
        <a:bodyPr/>
        <a:lstStyle/>
        <a:p>
          <a:endParaRPr lang="en-US"/>
        </a:p>
      </dgm:t>
    </dgm:pt>
    <dgm:pt modelId="{97EFEC3A-E59B-4065-8D35-6380A1D15CF2}" type="sibTrans" cxnId="{35D501DD-7098-4E04-9850-A6AEB8CE54B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0156CCD-C596-43B3-9B64-42A1C4ACE592}">
      <dgm:prSet/>
      <dgm:spPr/>
      <dgm:t>
        <a:bodyPr/>
        <a:lstStyle/>
        <a:p>
          <a:r>
            <a:rPr lang="en-US"/>
            <a:t>• Establish cross-functional team (HR, Finance, Operations, IT)</a:t>
          </a:r>
        </a:p>
      </dgm:t>
    </dgm:pt>
    <dgm:pt modelId="{8EC1ABC7-DDE1-4AE7-8032-F4A53AB8119D}" type="parTrans" cxnId="{DB14204C-2931-4E44-AAA9-C507E0942625}">
      <dgm:prSet/>
      <dgm:spPr/>
      <dgm:t>
        <a:bodyPr/>
        <a:lstStyle/>
        <a:p>
          <a:endParaRPr lang="en-US"/>
        </a:p>
      </dgm:t>
    </dgm:pt>
    <dgm:pt modelId="{44881C3B-8EBB-42D1-9E81-D8DC20409BFD}" type="sibTrans" cxnId="{DB14204C-2931-4E44-AAA9-C507E0942625}">
      <dgm:prSet/>
      <dgm:spPr/>
      <dgm:t>
        <a:bodyPr/>
        <a:lstStyle/>
        <a:p>
          <a:endParaRPr lang="en-US"/>
        </a:p>
      </dgm:t>
    </dgm:pt>
    <dgm:pt modelId="{2F625C2A-CF39-482B-98A1-E359F9C83963}">
      <dgm:prSet/>
      <dgm:spPr/>
      <dgm:t>
        <a:bodyPr/>
        <a:lstStyle/>
        <a:p>
          <a:r>
            <a:rPr lang="en-US" dirty="0"/>
            <a:t>• Secure executive sponsorship and $150K initial budget</a:t>
          </a:r>
        </a:p>
      </dgm:t>
    </dgm:pt>
    <dgm:pt modelId="{ED49664C-DF29-4EE1-972F-2769E1068F61}" type="parTrans" cxnId="{50DB1BBE-BD8D-4E89-BEF5-54BEFB4ACCC5}">
      <dgm:prSet/>
      <dgm:spPr/>
      <dgm:t>
        <a:bodyPr/>
        <a:lstStyle/>
        <a:p>
          <a:endParaRPr lang="en-US"/>
        </a:p>
      </dgm:t>
    </dgm:pt>
    <dgm:pt modelId="{904DF7DA-24BC-42E7-8D49-0DC70ED7242F}" type="sibTrans" cxnId="{50DB1BBE-BD8D-4E89-BEF5-54BEFB4ACCC5}">
      <dgm:prSet/>
      <dgm:spPr/>
      <dgm:t>
        <a:bodyPr/>
        <a:lstStyle/>
        <a:p>
          <a:endParaRPr lang="en-US"/>
        </a:p>
      </dgm:t>
    </dgm:pt>
    <dgm:pt modelId="{C3523448-7DC6-43A4-8227-41E22E6F161C}">
      <dgm:prSet/>
      <dgm:spPr/>
      <dgm:t>
        <a:bodyPr/>
        <a:lstStyle/>
        <a:p>
          <a:r>
            <a:rPr lang="en-US"/>
            <a:t>• Define KPIs: absence rate &lt;5%, cost reduction 25%, employee satisfaction &gt;75%</a:t>
          </a:r>
        </a:p>
      </dgm:t>
    </dgm:pt>
    <dgm:pt modelId="{B48D33FE-8841-447F-B485-FC8CA45763EB}" type="parTrans" cxnId="{515BF9AA-22C8-48E1-A033-F6ACCBE90AD6}">
      <dgm:prSet/>
      <dgm:spPr/>
      <dgm:t>
        <a:bodyPr/>
        <a:lstStyle/>
        <a:p>
          <a:endParaRPr lang="en-US"/>
        </a:p>
      </dgm:t>
    </dgm:pt>
    <dgm:pt modelId="{F17DF4A9-2B36-4A88-83F9-B944CCD854AA}" type="sibTrans" cxnId="{515BF9AA-22C8-48E1-A033-F6ACCBE90AD6}">
      <dgm:prSet/>
      <dgm:spPr/>
      <dgm:t>
        <a:bodyPr/>
        <a:lstStyle/>
        <a:p>
          <a:endParaRPr lang="en-US"/>
        </a:p>
      </dgm:t>
    </dgm:pt>
    <dgm:pt modelId="{436278B3-B6FE-4035-9EA6-122A1234FA40}">
      <dgm:prSet/>
      <dgm:spPr/>
      <dgm:t>
        <a:bodyPr/>
        <a:lstStyle/>
        <a:p>
          <a:r>
            <a:rPr lang="en-US"/>
            <a:t>• Deploy baseline employee health assessment</a:t>
          </a:r>
        </a:p>
      </dgm:t>
    </dgm:pt>
    <dgm:pt modelId="{36E83379-43CA-42CC-AC9D-BD5D1C6A6246}" type="parTrans" cxnId="{662867B9-C413-481B-837C-2E6AA13990F7}">
      <dgm:prSet/>
      <dgm:spPr/>
      <dgm:t>
        <a:bodyPr/>
        <a:lstStyle/>
        <a:p>
          <a:endParaRPr lang="en-US"/>
        </a:p>
      </dgm:t>
    </dgm:pt>
    <dgm:pt modelId="{8F1EF727-DFAA-47FF-8560-F281AF06A74F}" type="sibTrans" cxnId="{662867B9-C413-481B-837C-2E6AA13990F7}">
      <dgm:prSet/>
      <dgm:spPr/>
      <dgm:t>
        <a:bodyPr/>
        <a:lstStyle/>
        <a:p>
          <a:endParaRPr lang="en-US"/>
        </a:p>
      </dgm:t>
    </dgm:pt>
    <dgm:pt modelId="{48B52DE1-A219-4CC5-B75E-C877B5C507C7}">
      <dgm:prSet/>
      <dgm:spPr/>
      <dgm:t>
        <a:bodyPr/>
        <a:lstStyle/>
        <a:p>
          <a:r>
            <a:rPr lang="en-US" b="1"/>
            <a:t>Phase 2: Quick Wins (Month 2-3)</a:t>
          </a:r>
          <a:endParaRPr lang="en-US"/>
        </a:p>
      </dgm:t>
    </dgm:pt>
    <dgm:pt modelId="{3DC89847-E3F0-445D-9A1B-63096C59E2ED}" type="parTrans" cxnId="{505C4411-5055-4C31-816E-9BF94CDB69C5}">
      <dgm:prSet/>
      <dgm:spPr/>
      <dgm:t>
        <a:bodyPr/>
        <a:lstStyle/>
        <a:p>
          <a:endParaRPr lang="en-US"/>
        </a:p>
      </dgm:t>
    </dgm:pt>
    <dgm:pt modelId="{7D8938A8-AD46-4E48-8342-70D7C6781729}" type="sibTrans" cxnId="{505C4411-5055-4C31-816E-9BF94CDB69C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45C50B9-6F05-4AB1-AF6D-F694C64D888E}">
      <dgm:prSet/>
      <dgm:spPr/>
      <dgm:t>
        <a:bodyPr/>
        <a:lstStyle/>
        <a:p>
          <a:r>
            <a:rPr lang="en-US"/>
            <a:t>• Launch high-risk employee coaching program (8 employees)</a:t>
          </a:r>
        </a:p>
      </dgm:t>
    </dgm:pt>
    <dgm:pt modelId="{B9124FE9-A0D0-4348-A656-044442769BBF}" type="parTrans" cxnId="{4BDA8C8F-D9C0-4D1B-9F5F-AE3CE7BB05F0}">
      <dgm:prSet/>
      <dgm:spPr/>
      <dgm:t>
        <a:bodyPr/>
        <a:lstStyle/>
        <a:p>
          <a:endParaRPr lang="en-US"/>
        </a:p>
      </dgm:t>
    </dgm:pt>
    <dgm:pt modelId="{B8CC1156-EA8E-4B3D-9600-FFE130E5A8E1}" type="sibTrans" cxnId="{4BDA8C8F-D9C0-4D1B-9F5F-AE3CE7BB05F0}">
      <dgm:prSet/>
      <dgm:spPr/>
      <dgm:t>
        <a:bodyPr/>
        <a:lstStyle/>
        <a:p>
          <a:endParaRPr lang="en-US"/>
        </a:p>
      </dgm:t>
    </dgm:pt>
    <dgm:pt modelId="{A1F14710-0D13-476E-A215-AFEDFFE50E6F}">
      <dgm:prSet/>
      <dgm:spPr/>
      <dgm:t>
        <a:bodyPr/>
        <a:lstStyle/>
        <a:p>
          <a:r>
            <a:rPr lang="en-US"/>
            <a:t>• Implement Monday flexible start times pilot</a:t>
          </a:r>
        </a:p>
      </dgm:t>
    </dgm:pt>
    <dgm:pt modelId="{F074F046-97AF-4F4A-B954-186A357E1532}" type="parTrans" cxnId="{C213B718-C189-4B44-9A33-E726247FC839}">
      <dgm:prSet/>
      <dgm:spPr/>
      <dgm:t>
        <a:bodyPr/>
        <a:lstStyle/>
        <a:p>
          <a:endParaRPr lang="en-US"/>
        </a:p>
      </dgm:t>
    </dgm:pt>
    <dgm:pt modelId="{EEBCDF60-6E37-4A9C-B42B-760C374948F5}" type="sibTrans" cxnId="{C213B718-C189-4B44-9A33-E726247FC839}">
      <dgm:prSet/>
      <dgm:spPr/>
      <dgm:t>
        <a:bodyPr/>
        <a:lstStyle/>
        <a:p>
          <a:endParaRPr lang="en-US"/>
        </a:p>
      </dgm:t>
    </dgm:pt>
    <dgm:pt modelId="{4A0DC0E7-AC84-41E7-8517-7F82B58E710F}">
      <dgm:prSet/>
      <dgm:spPr/>
      <dgm:t>
        <a:bodyPr/>
        <a:lstStyle/>
        <a:p>
          <a:r>
            <a:rPr lang="en-US"/>
            <a:t>• Begin monthly absence cost tracking dashboard</a:t>
          </a:r>
        </a:p>
      </dgm:t>
    </dgm:pt>
    <dgm:pt modelId="{056FEB9C-C524-4E16-AA9F-C3E374CC3469}" type="parTrans" cxnId="{7FC7A48D-EC82-4352-808C-B9BBE92406FC}">
      <dgm:prSet/>
      <dgm:spPr/>
      <dgm:t>
        <a:bodyPr/>
        <a:lstStyle/>
        <a:p>
          <a:endParaRPr lang="en-US"/>
        </a:p>
      </dgm:t>
    </dgm:pt>
    <dgm:pt modelId="{A5D190C4-17EE-41AD-8311-88115FAFA6A3}" type="sibTrans" cxnId="{7FC7A48D-EC82-4352-808C-B9BBE92406FC}">
      <dgm:prSet/>
      <dgm:spPr/>
      <dgm:t>
        <a:bodyPr/>
        <a:lstStyle/>
        <a:p>
          <a:endParaRPr lang="en-US"/>
        </a:p>
      </dgm:t>
    </dgm:pt>
    <dgm:pt modelId="{D925818F-D523-40EE-A5B4-EFC81ED08A38}">
      <dgm:prSet/>
      <dgm:spPr/>
      <dgm:t>
        <a:bodyPr/>
        <a:lstStyle/>
        <a:p>
          <a:r>
            <a:rPr lang="en-US"/>
            <a:t>• Expected savings: $75K-$100K in first quarter</a:t>
          </a:r>
        </a:p>
      </dgm:t>
    </dgm:pt>
    <dgm:pt modelId="{7391C29C-4925-4201-B7B2-94DBB15BCE17}" type="parTrans" cxnId="{590B9D49-A2B7-47A1-A494-8CD6D3672D17}">
      <dgm:prSet/>
      <dgm:spPr/>
      <dgm:t>
        <a:bodyPr/>
        <a:lstStyle/>
        <a:p>
          <a:endParaRPr lang="en-US"/>
        </a:p>
      </dgm:t>
    </dgm:pt>
    <dgm:pt modelId="{D03F7198-C583-4CDF-AB95-D7E11D5C806F}" type="sibTrans" cxnId="{590B9D49-A2B7-47A1-A494-8CD6D3672D17}">
      <dgm:prSet/>
      <dgm:spPr/>
      <dgm:t>
        <a:bodyPr/>
        <a:lstStyle/>
        <a:p>
          <a:endParaRPr lang="en-US"/>
        </a:p>
      </dgm:t>
    </dgm:pt>
    <dgm:pt modelId="{5EED86F4-C529-4812-9F37-0DD28972752A}">
      <dgm:prSet/>
      <dgm:spPr/>
      <dgm:t>
        <a:bodyPr/>
        <a:lstStyle/>
        <a:p>
          <a:r>
            <a:rPr lang="en-US" b="1"/>
            <a:t>Phase 3: Program Expansion (Month 4-6)</a:t>
          </a:r>
          <a:endParaRPr lang="en-US"/>
        </a:p>
      </dgm:t>
    </dgm:pt>
    <dgm:pt modelId="{CA019276-CFD7-49ED-B3C7-71AD964053FA}" type="parTrans" cxnId="{DD5DDE26-EEC4-45FD-BD52-981C5802ABFE}">
      <dgm:prSet/>
      <dgm:spPr/>
      <dgm:t>
        <a:bodyPr/>
        <a:lstStyle/>
        <a:p>
          <a:endParaRPr lang="en-US"/>
        </a:p>
      </dgm:t>
    </dgm:pt>
    <dgm:pt modelId="{75E18BB5-6750-41F8-B897-4262E299C4A8}" type="sibTrans" cxnId="{DD5DDE26-EEC4-45FD-BD52-981C5802ABF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9D67F33-58AC-49AA-B031-0E87EAD1970E}">
      <dgm:prSet/>
      <dgm:spPr/>
      <dgm:t>
        <a:bodyPr/>
        <a:lstStyle/>
        <a:p>
          <a:r>
            <a:rPr lang="en-US"/>
            <a:t>• Roll out company-wide wellness initiative</a:t>
          </a:r>
        </a:p>
      </dgm:t>
    </dgm:pt>
    <dgm:pt modelId="{06B84B57-85B1-4DAE-9455-1A1EDF78E0AB}" type="parTrans" cxnId="{DCD4C064-1E48-4CEB-B0A5-8C66689F548B}">
      <dgm:prSet/>
      <dgm:spPr/>
      <dgm:t>
        <a:bodyPr/>
        <a:lstStyle/>
        <a:p>
          <a:endParaRPr lang="en-US"/>
        </a:p>
      </dgm:t>
    </dgm:pt>
    <dgm:pt modelId="{FFCBD402-BBC2-49F4-848F-FD4C534F8761}" type="sibTrans" cxnId="{DCD4C064-1E48-4CEB-B0A5-8C66689F548B}">
      <dgm:prSet/>
      <dgm:spPr/>
      <dgm:t>
        <a:bodyPr/>
        <a:lstStyle/>
        <a:p>
          <a:endParaRPr lang="en-US"/>
        </a:p>
      </dgm:t>
    </dgm:pt>
    <dgm:pt modelId="{4B5D5BEA-08CB-45D8-998E-FBB8BCA754AA}">
      <dgm:prSet/>
      <dgm:spPr/>
      <dgm:t>
        <a:bodyPr/>
        <a:lstStyle/>
        <a:p>
          <a:r>
            <a:rPr lang="en-US"/>
            <a:t>• Deploy predictive analytics pilot (30% of workforce)</a:t>
          </a:r>
        </a:p>
      </dgm:t>
    </dgm:pt>
    <dgm:pt modelId="{97DA074E-581A-4182-9D82-2006BA51C7D7}" type="parTrans" cxnId="{09AD7F9B-34EE-4AE6-93A9-46B40389FAA1}">
      <dgm:prSet/>
      <dgm:spPr/>
      <dgm:t>
        <a:bodyPr/>
        <a:lstStyle/>
        <a:p>
          <a:endParaRPr lang="en-US"/>
        </a:p>
      </dgm:t>
    </dgm:pt>
    <dgm:pt modelId="{06A3D8B7-7CB3-44E8-B2AF-EECB28FD9500}" type="sibTrans" cxnId="{09AD7F9B-34EE-4AE6-93A9-46B40389FAA1}">
      <dgm:prSet/>
      <dgm:spPr/>
      <dgm:t>
        <a:bodyPr/>
        <a:lstStyle/>
        <a:p>
          <a:endParaRPr lang="en-US"/>
        </a:p>
      </dgm:t>
    </dgm:pt>
    <dgm:pt modelId="{9FE0CC24-6C5E-4199-BA77-51DCEBC099F6}">
      <dgm:prSet/>
      <dgm:spPr/>
      <dgm:t>
        <a:bodyPr/>
        <a:lstStyle/>
        <a:p>
          <a:r>
            <a:rPr lang="en-US"/>
            <a:t>• Establish manager training on absence management</a:t>
          </a:r>
        </a:p>
      </dgm:t>
    </dgm:pt>
    <dgm:pt modelId="{B3775B2E-07BF-49D0-80A2-3920703DD730}" type="parTrans" cxnId="{66D05E4D-41CA-4F7F-8B78-EC28D7CF1373}">
      <dgm:prSet/>
      <dgm:spPr/>
      <dgm:t>
        <a:bodyPr/>
        <a:lstStyle/>
        <a:p>
          <a:endParaRPr lang="en-US"/>
        </a:p>
      </dgm:t>
    </dgm:pt>
    <dgm:pt modelId="{DCADE879-3A54-469F-8AA0-482385DD61CD}" type="sibTrans" cxnId="{66D05E4D-41CA-4F7F-8B78-EC28D7CF1373}">
      <dgm:prSet/>
      <dgm:spPr/>
      <dgm:t>
        <a:bodyPr/>
        <a:lstStyle/>
        <a:p>
          <a:endParaRPr lang="en-US"/>
        </a:p>
      </dgm:t>
    </dgm:pt>
    <dgm:pt modelId="{2280C789-3EAF-4880-9A9A-15A15F1C1EA9}">
      <dgm:prSet/>
      <dgm:spPr/>
      <dgm:t>
        <a:bodyPr/>
        <a:lstStyle/>
        <a:p>
          <a:r>
            <a:rPr lang="en-US"/>
            <a:t>• Target: 15% reduction in disease-related absences</a:t>
          </a:r>
        </a:p>
      </dgm:t>
    </dgm:pt>
    <dgm:pt modelId="{147352E3-17D4-424C-A139-41250F1B511E}" type="parTrans" cxnId="{69F35D8B-FCBA-4651-9D6E-04E8BA92C3F6}">
      <dgm:prSet/>
      <dgm:spPr/>
      <dgm:t>
        <a:bodyPr/>
        <a:lstStyle/>
        <a:p>
          <a:endParaRPr lang="en-US"/>
        </a:p>
      </dgm:t>
    </dgm:pt>
    <dgm:pt modelId="{7C5A9375-CE4D-4B76-AE71-C97DC542B30F}" type="sibTrans" cxnId="{69F35D8B-FCBA-4651-9D6E-04E8BA92C3F6}">
      <dgm:prSet/>
      <dgm:spPr/>
      <dgm:t>
        <a:bodyPr/>
        <a:lstStyle/>
        <a:p>
          <a:endParaRPr lang="en-US"/>
        </a:p>
      </dgm:t>
    </dgm:pt>
    <dgm:pt modelId="{735E93CC-6A75-4E5D-973A-4968333175FA}">
      <dgm:prSet/>
      <dgm:spPr/>
      <dgm:t>
        <a:bodyPr/>
        <a:lstStyle/>
        <a:p>
          <a:r>
            <a:rPr lang="en-US" b="1"/>
            <a:t>Phase 4: Optimization (Month 7-12)</a:t>
          </a:r>
          <a:endParaRPr lang="en-US"/>
        </a:p>
      </dgm:t>
    </dgm:pt>
    <dgm:pt modelId="{253CD455-CD63-40A0-9836-B2C1BAEDAC83}" type="parTrans" cxnId="{9F8AD242-3BB5-4A74-9C2B-99FD699A6449}">
      <dgm:prSet/>
      <dgm:spPr/>
      <dgm:t>
        <a:bodyPr/>
        <a:lstStyle/>
        <a:p>
          <a:endParaRPr lang="en-US"/>
        </a:p>
      </dgm:t>
    </dgm:pt>
    <dgm:pt modelId="{0C07CB26-96B1-4582-A164-493BBDF1DE4C}" type="sibTrans" cxnId="{9F8AD242-3BB5-4A74-9C2B-99FD699A644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9BAB239-89E1-4CC8-88CB-78096C4F2576}">
      <dgm:prSet/>
      <dgm:spPr/>
      <dgm:t>
        <a:bodyPr/>
        <a:lstStyle/>
        <a:p>
          <a:r>
            <a:rPr lang="en-US"/>
            <a:t>• Full predictive system deployment</a:t>
          </a:r>
        </a:p>
      </dgm:t>
    </dgm:pt>
    <dgm:pt modelId="{DEE9DB07-7A62-424D-A908-A57106E95C86}" type="parTrans" cxnId="{3D0432DC-8EA9-4580-9060-2F3712CC3EBA}">
      <dgm:prSet/>
      <dgm:spPr/>
      <dgm:t>
        <a:bodyPr/>
        <a:lstStyle/>
        <a:p>
          <a:endParaRPr lang="en-US"/>
        </a:p>
      </dgm:t>
    </dgm:pt>
    <dgm:pt modelId="{FC224BFD-6E36-436E-A1C6-31A26861A0B4}" type="sibTrans" cxnId="{3D0432DC-8EA9-4580-9060-2F3712CC3EBA}">
      <dgm:prSet/>
      <dgm:spPr/>
      <dgm:t>
        <a:bodyPr/>
        <a:lstStyle/>
        <a:p>
          <a:endParaRPr lang="en-US"/>
        </a:p>
      </dgm:t>
    </dgm:pt>
    <dgm:pt modelId="{187561C2-56C7-4AC1-9A8E-808E661F337A}">
      <dgm:prSet/>
      <dgm:spPr/>
      <dgm:t>
        <a:bodyPr/>
        <a:lstStyle/>
        <a:p>
          <a:r>
            <a:rPr lang="en-US" dirty="0"/>
            <a:t>• Quarterly ROI reviews with board</a:t>
          </a:r>
        </a:p>
      </dgm:t>
    </dgm:pt>
    <dgm:pt modelId="{1B322533-8627-497C-ADB4-B9C6397E7261}" type="parTrans" cxnId="{A2B689CD-70B4-46C8-B8C6-D0846EBE68CD}">
      <dgm:prSet/>
      <dgm:spPr/>
      <dgm:t>
        <a:bodyPr/>
        <a:lstStyle/>
        <a:p>
          <a:endParaRPr lang="en-US"/>
        </a:p>
      </dgm:t>
    </dgm:pt>
    <dgm:pt modelId="{FD99357D-CA30-470C-9E74-D892C8E6D55B}" type="sibTrans" cxnId="{A2B689CD-70B4-46C8-B8C6-D0846EBE68CD}">
      <dgm:prSet/>
      <dgm:spPr/>
      <dgm:t>
        <a:bodyPr/>
        <a:lstStyle/>
        <a:p>
          <a:endParaRPr lang="en-US"/>
        </a:p>
      </dgm:t>
    </dgm:pt>
    <dgm:pt modelId="{8CF7A61D-2DEE-47BE-B576-981C6282DAC4}">
      <dgm:prSet/>
      <dgm:spPr/>
      <dgm:t>
        <a:bodyPr/>
        <a:lstStyle/>
        <a:p>
          <a:r>
            <a:rPr lang="en-US"/>
            <a:t>• Continuous improvement based on feedback</a:t>
          </a:r>
        </a:p>
      </dgm:t>
    </dgm:pt>
    <dgm:pt modelId="{BE2F55BC-D7C9-4780-B8E6-AD3AB7BC22AA}" type="parTrans" cxnId="{79179DA8-E9F9-44FB-907B-C5D669285A79}">
      <dgm:prSet/>
      <dgm:spPr/>
      <dgm:t>
        <a:bodyPr/>
        <a:lstStyle/>
        <a:p>
          <a:endParaRPr lang="en-US"/>
        </a:p>
      </dgm:t>
    </dgm:pt>
    <dgm:pt modelId="{F22A74AE-5295-46AA-917B-B98B0E60B15F}" type="sibTrans" cxnId="{79179DA8-E9F9-44FB-907B-C5D669285A79}">
      <dgm:prSet/>
      <dgm:spPr/>
      <dgm:t>
        <a:bodyPr/>
        <a:lstStyle/>
        <a:p>
          <a:endParaRPr lang="en-US"/>
        </a:p>
      </dgm:t>
    </dgm:pt>
    <dgm:pt modelId="{20906998-E2A8-4646-99BA-1F4FBFB1D95E}">
      <dgm:prSet/>
      <dgm:spPr/>
      <dgm:t>
        <a:bodyPr/>
        <a:lstStyle/>
        <a:p>
          <a:r>
            <a:rPr lang="en-US"/>
            <a:t>• Goal: $400K+ annual savings, &lt;3% absence rate</a:t>
          </a:r>
        </a:p>
      </dgm:t>
    </dgm:pt>
    <dgm:pt modelId="{C406E33E-E7A2-4674-ABD4-FA61C7C76C03}" type="parTrans" cxnId="{47260A2C-787D-469C-BD29-0D6BB931BB89}">
      <dgm:prSet/>
      <dgm:spPr/>
      <dgm:t>
        <a:bodyPr/>
        <a:lstStyle/>
        <a:p>
          <a:endParaRPr lang="en-US"/>
        </a:p>
      </dgm:t>
    </dgm:pt>
    <dgm:pt modelId="{715B5715-4172-4339-A19D-AA4DA112A098}" type="sibTrans" cxnId="{47260A2C-787D-469C-BD29-0D6BB931BB89}">
      <dgm:prSet/>
      <dgm:spPr/>
      <dgm:t>
        <a:bodyPr/>
        <a:lstStyle/>
        <a:p>
          <a:endParaRPr lang="en-US"/>
        </a:p>
      </dgm:t>
    </dgm:pt>
    <dgm:pt modelId="{928455F6-9626-4E7F-B3F3-8FCE81541CBB}" type="pres">
      <dgm:prSet presAssocID="{14BC76D7-0999-4F26-B473-7F8B0B78CBB9}" presName="linearFlow" presStyleCnt="0">
        <dgm:presLayoutVars>
          <dgm:dir/>
          <dgm:animLvl val="lvl"/>
          <dgm:resizeHandles val="exact"/>
        </dgm:presLayoutVars>
      </dgm:prSet>
      <dgm:spPr/>
    </dgm:pt>
    <dgm:pt modelId="{9B1D644A-CF8A-4A43-B8EF-9D837980F521}" type="pres">
      <dgm:prSet presAssocID="{CD58A27A-AC45-46C6-81EB-E835D6355AD4}" presName="compositeNode" presStyleCnt="0"/>
      <dgm:spPr/>
    </dgm:pt>
    <dgm:pt modelId="{A2060692-7E2B-4727-A82F-D795D94D5946}" type="pres">
      <dgm:prSet presAssocID="{CD58A27A-AC45-46C6-81EB-E835D6355AD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8B8F057-36CB-4804-BB7D-E4FCB4E861A8}" type="pres">
      <dgm:prSet presAssocID="{CD58A27A-AC45-46C6-81EB-E835D6355AD4}" presName="parSh" presStyleCnt="0"/>
      <dgm:spPr/>
    </dgm:pt>
    <dgm:pt modelId="{9BEE1FB5-03D6-4F17-A193-295911FE2EBD}" type="pres">
      <dgm:prSet presAssocID="{CD58A27A-AC45-46C6-81EB-E835D6355AD4}" presName="lineNode" presStyleLbl="alignAccFollowNode1" presStyleIdx="0" presStyleCnt="12"/>
      <dgm:spPr/>
    </dgm:pt>
    <dgm:pt modelId="{7B03AF89-64E8-4022-B264-9FEE8E254AE2}" type="pres">
      <dgm:prSet presAssocID="{CD58A27A-AC45-46C6-81EB-E835D6355AD4}" presName="lineArrowNode" presStyleLbl="alignAccFollowNode1" presStyleIdx="1" presStyleCnt="12"/>
      <dgm:spPr/>
    </dgm:pt>
    <dgm:pt modelId="{7FF892F4-E361-4489-80A4-B4F6B78BD42E}" type="pres">
      <dgm:prSet presAssocID="{97EFEC3A-E59B-4065-8D35-6380A1D15CF2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42356420-43D4-4965-B7CA-D98BDB6119FF}" type="pres">
      <dgm:prSet presAssocID="{97EFEC3A-E59B-4065-8D35-6380A1D15CF2}" presName="spacerBetweenCircleAndCallout" presStyleCnt="0">
        <dgm:presLayoutVars/>
      </dgm:prSet>
      <dgm:spPr/>
    </dgm:pt>
    <dgm:pt modelId="{AC4D8C00-6E85-4CDE-9A62-29469D1162BE}" type="pres">
      <dgm:prSet presAssocID="{CD58A27A-AC45-46C6-81EB-E835D6355AD4}" presName="nodeText" presStyleLbl="alignAccFollowNode1" presStyleIdx="2" presStyleCnt="12">
        <dgm:presLayoutVars>
          <dgm:bulletEnabled val="1"/>
        </dgm:presLayoutVars>
      </dgm:prSet>
      <dgm:spPr/>
    </dgm:pt>
    <dgm:pt modelId="{A3957333-3310-467B-9C19-7A68CA68CC48}" type="pres">
      <dgm:prSet presAssocID="{97EFEC3A-E59B-4065-8D35-6380A1D15CF2}" presName="sibTransComposite" presStyleCnt="0"/>
      <dgm:spPr/>
    </dgm:pt>
    <dgm:pt modelId="{B9C2F804-D8E5-4165-8A51-A719CE97AFFA}" type="pres">
      <dgm:prSet presAssocID="{48B52DE1-A219-4CC5-B75E-C877B5C507C7}" presName="compositeNode" presStyleCnt="0"/>
      <dgm:spPr/>
    </dgm:pt>
    <dgm:pt modelId="{14FE12F6-20F0-4EA5-8318-A49957E5F227}" type="pres">
      <dgm:prSet presAssocID="{48B52DE1-A219-4CC5-B75E-C877B5C507C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1D98829-BB60-4AD4-AB25-8BEBF32CAB20}" type="pres">
      <dgm:prSet presAssocID="{48B52DE1-A219-4CC5-B75E-C877B5C507C7}" presName="parSh" presStyleCnt="0"/>
      <dgm:spPr/>
    </dgm:pt>
    <dgm:pt modelId="{3550B09E-576D-4AAA-94FC-A26B7CCE3E0A}" type="pres">
      <dgm:prSet presAssocID="{48B52DE1-A219-4CC5-B75E-C877B5C507C7}" presName="lineNode" presStyleLbl="alignAccFollowNode1" presStyleIdx="3" presStyleCnt="12"/>
      <dgm:spPr/>
    </dgm:pt>
    <dgm:pt modelId="{7EF15A3B-B6ED-4EE7-A1DB-E7C26D0472AC}" type="pres">
      <dgm:prSet presAssocID="{48B52DE1-A219-4CC5-B75E-C877B5C507C7}" presName="lineArrowNode" presStyleLbl="alignAccFollowNode1" presStyleIdx="4" presStyleCnt="12"/>
      <dgm:spPr/>
    </dgm:pt>
    <dgm:pt modelId="{000C7298-2592-41CC-9935-CBD4F37C8081}" type="pres">
      <dgm:prSet presAssocID="{7D8938A8-AD46-4E48-8342-70D7C6781729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A7A0F4D3-6104-439A-99BC-2D83F3DDF737}" type="pres">
      <dgm:prSet presAssocID="{7D8938A8-AD46-4E48-8342-70D7C6781729}" presName="spacerBetweenCircleAndCallout" presStyleCnt="0">
        <dgm:presLayoutVars/>
      </dgm:prSet>
      <dgm:spPr/>
    </dgm:pt>
    <dgm:pt modelId="{80958EE5-9E2C-45FB-9322-885079AE9DFE}" type="pres">
      <dgm:prSet presAssocID="{48B52DE1-A219-4CC5-B75E-C877B5C507C7}" presName="nodeText" presStyleLbl="alignAccFollowNode1" presStyleIdx="5" presStyleCnt="12">
        <dgm:presLayoutVars>
          <dgm:bulletEnabled val="1"/>
        </dgm:presLayoutVars>
      </dgm:prSet>
      <dgm:spPr/>
    </dgm:pt>
    <dgm:pt modelId="{4477E262-2FEF-4DC3-9969-E4B2B9437106}" type="pres">
      <dgm:prSet presAssocID="{7D8938A8-AD46-4E48-8342-70D7C6781729}" presName="sibTransComposite" presStyleCnt="0"/>
      <dgm:spPr/>
    </dgm:pt>
    <dgm:pt modelId="{7242F598-63BE-4A93-A7B1-0DAC43075B1D}" type="pres">
      <dgm:prSet presAssocID="{5EED86F4-C529-4812-9F37-0DD28972752A}" presName="compositeNode" presStyleCnt="0"/>
      <dgm:spPr/>
    </dgm:pt>
    <dgm:pt modelId="{0C1E6B28-A2BD-463A-80D7-0356D542BCC7}" type="pres">
      <dgm:prSet presAssocID="{5EED86F4-C529-4812-9F37-0DD28972752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891D86C-932B-48EB-9A21-58B2FA6FBDB7}" type="pres">
      <dgm:prSet presAssocID="{5EED86F4-C529-4812-9F37-0DD28972752A}" presName="parSh" presStyleCnt="0"/>
      <dgm:spPr/>
    </dgm:pt>
    <dgm:pt modelId="{D108ECEC-69D7-4C9D-8AE2-B1B0863B179B}" type="pres">
      <dgm:prSet presAssocID="{5EED86F4-C529-4812-9F37-0DD28972752A}" presName="lineNode" presStyleLbl="alignAccFollowNode1" presStyleIdx="6" presStyleCnt="12"/>
      <dgm:spPr/>
    </dgm:pt>
    <dgm:pt modelId="{955E791B-FBFD-4C9B-9432-039FD94AF887}" type="pres">
      <dgm:prSet presAssocID="{5EED86F4-C529-4812-9F37-0DD28972752A}" presName="lineArrowNode" presStyleLbl="alignAccFollowNode1" presStyleIdx="7" presStyleCnt="12"/>
      <dgm:spPr/>
    </dgm:pt>
    <dgm:pt modelId="{A3E94057-29A4-40FE-AFD1-2EFD5DFBDF73}" type="pres">
      <dgm:prSet presAssocID="{75E18BB5-6750-41F8-B897-4262E299C4A8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B18CBC95-629F-4280-BC94-24A36C89F38A}" type="pres">
      <dgm:prSet presAssocID="{75E18BB5-6750-41F8-B897-4262E299C4A8}" presName="spacerBetweenCircleAndCallout" presStyleCnt="0">
        <dgm:presLayoutVars/>
      </dgm:prSet>
      <dgm:spPr/>
    </dgm:pt>
    <dgm:pt modelId="{E5771C3B-4085-431C-AA3B-ED971AB1C281}" type="pres">
      <dgm:prSet presAssocID="{5EED86F4-C529-4812-9F37-0DD28972752A}" presName="nodeText" presStyleLbl="alignAccFollowNode1" presStyleIdx="8" presStyleCnt="12">
        <dgm:presLayoutVars>
          <dgm:bulletEnabled val="1"/>
        </dgm:presLayoutVars>
      </dgm:prSet>
      <dgm:spPr/>
    </dgm:pt>
    <dgm:pt modelId="{CD6C264C-5B8E-4886-95B2-5209BB73988E}" type="pres">
      <dgm:prSet presAssocID="{75E18BB5-6750-41F8-B897-4262E299C4A8}" presName="sibTransComposite" presStyleCnt="0"/>
      <dgm:spPr/>
    </dgm:pt>
    <dgm:pt modelId="{DDDF8083-8ABB-481A-9B6C-A588DE6C9321}" type="pres">
      <dgm:prSet presAssocID="{735E93CC-6A75-4E5D-973A-4968333175FA}" presName="compositeNode" presStyleCnt="0"/>
      <dgm:spPr/>
    </dgm:pt>
    <dgm:pt modelId="{5F556962-C8BF-4EA8-AF98-F38BD10B8F16}" type="pres">
      <dgm:prSet presAssocID="{735E93CC-6A75-4E5D-973A-4968333175F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80C0DFC-604E-49F5-89B8-539D3B7DFA3D}" type="pres">
      <dgm:prSet presAssocID="{735E93CC-6A75-4E5D-973A-4968333175FA}" presName="parSh" presStyleCnt="0"/>
      <dgm:spPr/>
    </dgm:pt>
    <dgm:pt modelId="{1A43F121-0764-4F43-A60A-0B6855036697}" type="pres">
      <dgm:prSet presAssocID="{735E93CC-6A75-4E5D-973A-4968333175FA}" presName="lineNode" presStyleLbl="alignAccFollowNode1" presStyleIdx="9" presStyleCnt="12"/>
      <dgm:spPr/>
    </dgm:pt>
    <dgm:pt modelId="{2EA7BB6B-2F0C-4358-8891-43AB9798D5CA}" type="pres">
      <dgm:prSet presAssocID="{735E93CC-6A75-4E5D-973A-4968333175FA}" presName="lineArrowNode" presStyleLbl="alignAccFollowNode1" presStyleIdx="10" presStyleCnt="12"/>
      <dgm:spPr/>
    </dgm:pt>
    <dgm:pt modelId="{98D08E2C-435E-4101-9BF1-77CEF4F2D6A9}" type="pres">
      <dgm:prSet presAssocID="{0C07CB26-96B1-4582-A164-493BBDF1DE4C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16FB2055-2965-4CBA-AF68-8F45ACC6F6BF}" type="pres">
      <dgm:prSet presAssocID="{0C07CB26-96B1-4582-A164-493BBDF1DE4C}" presName="spacerBetweenCircleAndCallout" presStyleCnt="0">
        <dgm:presLayoutVars/>
      </dgm:prSet>
      <dgm:spPr/>
    </dgm:pt>
    <dgm:pt modelId="{A7626ED7-9868-4A25-ACFF-5D81F0433868}" type="pres">
      <dgm:prSet presAssocID="{735E93CC-6A75-4E5D-973A-4968333175FA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3D31DA07-EB27-4EB0-92B6-625F66270BDD}" type="presOf" srcId="{90156CCD-C596-43B3-9B64-42A1C4ACE592}" destId="{AC4D8C00-6E85-4CDE-9A62-29469D1162BE}" srcOrd="0" destOrd="1" presId="urn:microsoft.com/office/officeart/2016/7/layout/LinearArrowProcessNumbered"/>
    <dgm:cxn modelId="{505C4411-5055-4C31-816E-9BF94CDB69C5}" srcId="{14BC76D7-0999-4F26-B473-7F8B0B78CBB9}" destId="{48B52DE1-A219-4CC5-B75E-C877B5C507C7}" srcOrd="1" destOrd="0" parTransId="{3DC89847-E3F0-445D-9A1B-63096C59E2ED}" sibTransId="{7D8938A8-AD46-4E48-8342-70D7C6781729}"/>
    <dgm:cxn modelId="{C213B718-C189-4B44-9A33-E726247FC839}" srcId="{48B52DE1-A219-4CC5-B75E-C877B5C507C7}" destId="{A1F14710-0D13-476E-A215-AFEDFFE50E6F}" srcOrd="1" destOrd="0" parTransId="{F074F046-97AF-4F4A-B954-186A357E1532}" sibTransId="{EEBCDF60-6E37-4A9C-B42B-760C374948F5}"/>
    <dgm:cxn modelId="{DD5DDE26-EEC4-45FD-BD52-981C5802ABFE}" srcId="{14BC76D7-0999-4F26-B473-7F8B0B78CBB9}" destId="{5EED86F4-C529-4812-9F37-0DD28972752A}" srcOrd="2" destOrd="0" parTransId="{CA019276-CFD7-49ED-B3C7-71AD964053FA}" sibTransId="{75E18BB5-6750-41F8-B897-4262E299C4A8}"/>
    <dgm:cxn modelId="{47260A2C-787D-469C-BD29-0D6BB931BB89}" srcId="{735E93CC-6A75-4E5D-973A-4968333175FA}" destId="{20906998-E2A8-4646-99BA-1F4FBFB1D95E}" srcOrd="3" destOrd="0" parTransId="{C406E33E-E7A2-4674-ABD4-FA61C7C76C03}" sibTransId="{715B5715-4172-4339-A19D-AA4DA112A098}"/>
    <dgm:cxn modelId="{48178D5E-4FC5-434D-B0BE-EE215A41903D}" type="presOf" srcId="{2F625C2A-CF39-482B-98A1-E359F9C83963}" destId="{AC4D8C00-6E85-4CDE-9A62-29469D1162BE}" srcOrd="0" destOrd="2" presId="urn:microsoft.com/office/officeart/2016/7/layout/LinearArrowProcessNumbered"/>
    <dgm:cxn modelId="{0B57DF5E-A58E-4485-ABF7-A8702A350747}" type="presOf" srcId="{4B5D5BEA-08CB-45D8-998E-FBB8BCA754AA}" destId="{E5771C3B-4085-431C-AA3B-ED971AB1C281}" srcOrd="0" destOrd="2" presId="urn:microsoft.com/office/officeart/2016/7/layout/LinearArrowProcessNumbered"/>
    <dgm:cxn modelId="{2B79B642-1FD6-4854-8D27-AD774E316A44}" type="presOf" srcId="{48B52DE1-A219-4CC5-B75E-C877B5C507C7}" destId="{80958EE5-9E2C-45FB-9322-885079AE9DFE}" srcOrd="0" destOrd="0" presId="urn:microsoft.com/office/officeart/2016/7/layout/LinearArrowProcessNumbered"/>
    <dgm:cxn modelId="{9F8AD242-3BB5-4A74-9C2B-99FD699A6449}" srcId="{14BC76D7-0999-4F26-B473-7F8B0B78CBB9}" destId="{735E93CC-6A75-4E5D-973A-4968333175FA}" srcOrd="3" destOrd="0" parTransId="{253CD455-CD63-40A0-9836-B2C1BAEDAC83}" sibTransId="{0C07CB26-96B1-4582-A164-493BBDF1DE4C}"/>
    <dgm:cxn modelId="{DCD4C064-1E48-4CEB-B0A5-8C66689F548B}" srcId="{5EED86F4-C529-4812-9F37-0DD28972752A}" destId="{09D67F33-58AC-49AA-B031-0E87EAD1970E}" srcOrd="0" destOrd="0" parTransId="{06B84B57-85B1-4DAE-9455-1A1EDF78E0AB}" sibTransId="{FFCBD402-BBC2-49F4-848F-FD4C534F8761}"/>
    <dgm:cxn modelId="{590B9D49-A2B7-47A1-A494-8CD6D3672D17}" srcId="{48B52DE1-A219-4CC5-B75E-C877B5C507C7}" destId="{D925818F-D523-40EE-A5B4-EFC81ED08A38}" srcOrd="3" destOrd="0" parTransId="{7391C29C-4925-4201-B7B2-94DBB15BCE17}" sibTransId="{D03F7198-C583-4CDF-AB95-D7E11D5C806F}"/>
    <dgm:cxn modelId="{DB14204C-2931-4E44-AAA9-C507E0942625}" srcId="{CD58A27A-AC45-46C6-81EB-E835D6355AD4}" destId="{90156CCD-C596-43B3-9B64-42A1C4ACE592}" srcOrd="0" destOrd="0" parTransId="{8EC1ABC7-DDE1-4AE7-8032-F4A53AB8119D}" sibTransId="{44881C3B-8EBB-42D1-9E81-D8DC20409BFD}"/>
    <dgm:cxn modelId="{66D05E4D-41CA-4F7F-8B78-EC28D7CF1373}" srcId="{5EED86F4-C529-4812-9F37-0DD28972752A}" destId="{9FE0CC24-6C5E-4199-BA77-51DCEBC099F6}" srcOrd="2" destOrd="0" parTransId="{B3775B2E-07BF-49D0-80A2-3920703DD730}" sibTransId="{DCADE879-3A54-469F-8AA0-482385DD61CD}"/>
    <dgm:cxn modelId="{F716F551-C0D3-48A0-91CE-8AA3D93F74BD}" type="presOf" srcId="{75E18BB5-6750-41F8-B897-4262E299C4A8}" destId="{A3E94057-29A4-40FE-AFD1-2EFD5DFBDF73}" srcOrd="0" destOrd="0" presId="urn:microsoft.com/office/officeart/2016/7/layout/LinearArrowProcessNumbered"/>
    <dgm:cxn modelId="{EA999F72-0CA4-4642-9163-1728C5813D8E}" type="presOf" srcId="{09D67F33-58AC-49AA-B031-0E87EAD1970E}" destId="{E5771C3B-4085-431C-AA3B-ED971AB1C281}" srcOrd="0" destOrd="1" presId="urn:microsoft.com/office/officeart/2016/7/layout/LinearArrowProcessNumbered"/>
    <dgm:cxn modelId="{9EB08A59-2A44-4D0D-84D6-B03D4C0F572A}" type="presOf" srcId="{7D8938A8-AD46-4E48-8342-70D7C6781729}" destId="{000C7298-2592-41CC-9935-CBD4F37C8081}" srcOrd="0" destOrd="0" presId="urn:microsoft.com/office/officeart/2016/7/layout/LinearArrowProcessNumbered"/>
    <dgm:cxn modelId="{B085BB7A-1006-4FDD-82A8-59F992843633}" type="presOf" srcId="{436278B3-B6FE-4035-9EA6-122A1234FA40}" destId="{AC4D8C00-6E85-4CDE-9A62-29469D1162BE}" srcOrd="0" destOrd="4" presId="urn:microsoft.com/office/officeart/2016/7/layout/LinearArrowProcessNumbered"/>
    <dgm:cxn modelId="{269A7B83-0B57-4C31-A3BC-156C1FD9BBDC}" type="presOf" srcId="{0C07CB26-96B1-4582-A164-493BBDF1DE4C}" destId="{98D08E2C-435E-4101-9BF1-77CEF4F2D6A9}" srcOrd="0" destOrd="0" presId="urn:microsoft.com/office/officeart/2016/7/layout/LinearArrowProcessNumbered"/>
    <dgm:cxn modelId="{189BA685-4058-4FD1-A2AB-D44B978A92F7}" type="presOf" srcId="{5EED86F4-C529-4812-9F37-0DD28972752A}" destId="{E5771C3B-4085-431C-AA3B-ED971AB1C281}" srcOrd="0" destOrd="0" presId="urn:microsoft.com/office/officeart/2016/7/layout/LinearArrowProcessNumbered"/>
    <dgm:cxn modelId="{69F35D8B-FCBA-4651-9D6E-04E8BA92C3F6}" srcId="{5EED86F4-C529-4812-9F37-0DD28972752A}" destId="{2280C789-3EAF-4880-9A9A-15A15F1C1EA9}" srcOrd="3" destOrd="0" parTransId="{147352E3-17D4-424C-A139-41250F1B511E}" sibTransId="{7C5A9375-CE4D-4B76-AE71-C97DC542B30F}"/>
    <dgm:cxn modelId="{7FC7A48D-EC82-4352-808C-B9BBE92406FC}" srcId="{48B52DE1-A219-4CC5-B75E-C877B5C507C7}" destId="{4A0DC0E7-AC84-41E7-8517-7F82B58E710F}" srcOrd="2" destOrd="0" parTransId="{056FEB9C-C524-4E16-AA9F-C3E374CC3469}" sibTransId="{A5D190C4-17EE-41AD-8311-88115FAFA6A3}"/>
    <dgm:cxn modelId="{4BDA8C8F-D9C0-4D1B-9F5F-AE3CE7BB05F0}" srcId="{48B52DE1-A219-4CC5-B75E-C877B5C507C7}" destId="{A45C50B9-6F05-4AB1-AF6D-F694C64D888E}" srcOrd="0" destOrd="0" parTransId="{B9124FE9-A0D0-4348-A656-044442769BBF}" sibTransId="{B8CC1156-EA8E-4B3D-9600-FFE130E5A8E1}"/>
    <dgm:cxn modelId="{7B40CC90-2E09-44A2-9035-7B2186C631A5}" type="presOf" srcId="{2280C789-3EAF-4880-9A9A-15A15F1C1EA9}" destId="{E5771C3B-4085-431C-AA3B-ED971AB1C281}" srcOrd="0" destOrd="4" presId="urn:microsoft.com/office/officeart/2016/7/layout/LinearArrowProcessNumbered"/>
    <dgm:cxn modelId="{A0A5799B-E8D3-478A-9D6D-4A9F1DFE9044}" type="presOf" srcId="{D925818F-D523-40EE-A5B4-EFC81ED08A38}" destId="{80958EE5-9E2C-45FB-9322-885079AE9DFE}" srcOrd="0" destOrd="4" presId="urn:microsoft.com/office/officeart/2016/7/layout/LinearArrowProcessNumbered"/>
    <dgm:cxn modelId="{09AD7F9B-34EE-4AE6-93A9-46B40389FAA1}" srcId="{5EED86F4-C529-4812-9F37-0DD28972752A}" destId="{4B5D5BEA-08CB-45D8-998E-FBB8BCA754AA}" srcOrd="1" destOrd="0" parTransId="{97DA074E-581A-4182-9D82-2006BA51C7D7}" sibTransId="{06A3D8B7-7CB3-44E8-B2AF-EECB28FD9500}"/>
    <dgm:cxn modelId="{EBBA4AA5-B6B2-4B4A-813D-081DC5E570CA}" type="presOf" srcId="{A45C50B9-6F05-4AB1-AF6D-F694C64D888E}" destId="{80958EE5-9E2C-45FB-9322-885079AE9DFE}" srcOrd="0" destOrd="1" presId="urn:microsoft.com/office/officeart/2016/7/layout/LinearArrowProcessNumbered"/>
    <dgm:cxn modelId="{79179DA8-E9F9-44FB-907B-C5D669285A79}" srcId="{735E93CC-6A75-4E5D-973A-4968333175FA}" destId="{8CF7A61D-2DEE-47BE-B576-981C6282DAC4}" srcOrd="2" destOrd="0" parTransId="{BE2F55BC-D7C9-4780-B8E6-AD3AB7BC22AA}" sibTransId="{F22A74AE-5295-46AA-917B-B98B0E60B15F}"/>
    <dgm:cxn modelId="{515BF9AA-22C8-48E1-A033-F6ACCBE90AD6}" srcId="{CD58A27A-AC45-46C6-81EB-E835D6355AD4}" destId="{C3523448-7DC6-43A4-8227-41E22E6F161C}" srcOrd="2" destOrd="0" parTransId="{B48D33FE-8841-447F-B485-FC8CA45763EB}" sibTransId="{F17DF4A9-2B36-4A88-83F9-B944CCD854AA}"/>
    <dgm:cxn modelId="{3FA45CAB-DB01-4DAA-8B5E-AD3E92ECE83B}" type="presOf" srcId="{97EFEC3A-E59B-4065-8D35-6380A1D15CF2}" destId="{7FF892F4-E361-4489-80A4-B4F6B78BD42E}" srcOrd="0" destOrd="0" presId="urn:microsoft.com/office/officeart/2016/7/layout/LinearArrowProcessNumbered"/>
    <dgm:cxn modelId="{8EB48DB4-66EE-4483-B09B-303258428262}" type="presOf" srcId="{A1F14710-0D13-476E-A215-AFEDFFE50E6F}" destId="{80958EE5-9E2C-45FB-9322-885079AE9DFE}" srcOrd="0" destOrd="2" presId="urn:microsoft.com/office/officeart/2016/7/layout/LinearArrowProcessNumbered"/>
    <dgm:cxn modelId="{A6D29BB7-53F7-4BA4-9848-8BDB57DF76A3}" type="presOf" srcId="{20906998-E2A8-4646-99BA-1F4FBFB1D95E}" destId="{A7626ED7-9868-4A25-ACFF-5D81F0433868}" srcOrd="0" destOrd="4" presId="urn:microsoft.com/office/officeart/2016/7/layout/LinearArrowProcessNumbered"/>
    <dgm:cxn modelId="{662867B9-C413-481B-837C-2E6AA13990F7}" srcId="{CD58A27A-AC45-46C6-81EB-E835D6355AD4}" destId="{436278B3-B6FE-4035-9EA6-122A1234FA40}" srcOrd="3" destOrd="0" parTransId="{36E83379-43CA-42CC-AC9D-BD5D1C6A6246}" sibTransId="{8F1EF727-DFAA-47FF-8560-F281AF06A74F}"/>
    <dgm:cxn modelId="{50DB1BBE-BD8D-4E89-BEF5-54BEFB4ACCC5}" srcId="{CD58A27A-AC45-46C6-81EB-E835D6355AD4}" destId="{2F625C2A-CF39-482B-98A1-E359F9C83963}" srcOrd="1" destOrd="0" parTransId="{ED49664C-DF29-4EE1-972F-2769E1068F61}" sibTransId="{904DF7DA-24BC-42E7-8D49-0DC70ED7242F}"/>
    <dgm:cxn modelId="{11B262BE-9FE5-4A25-B16C-90E20A085351}" type="presOf" srcId="{C3523448-7DC6-43A4-8227-41E22E6F161C}" destId="{AC4D8C00-6E85-4CDE-9A62-29469D1162BE}" srcOrd="0" destOrd="3" presId="urn:microsoft.com/office/officeart/2016/7/layout/LinearArrowProcessNumbered"/>
    <dgm:cxn modelId="{A2B689CD-70B4-46C8-B8C6-D0846EBE68CD}" srcId="{735E93CC-6A75-4E5D-973A-4968333175FA}" destId="{187561C2-56C7-4AC1-9A8E-808E661F337A}" srcOrd="1" destOrd="0" parTransId="{1B322533-8627-497C-ADB4-B9C6397E7261}" sibTransId="{FD99357D-CA30-470C-9E74-D892C8E6D55B}"/>
    <dgm:cxn modelId="{EA4A83D0-2B92-40A1-99F2-EB9F8284C719}" type="presOf" srcId="{8CF7A61D-2DEE-47BE-B576-981C6282DAC4}" destId="{A7626ED7-9868-4A25-ACFF-5D81F0433868}" srcOrd="0" destOrd="3" presId="urn:microsoft.com/office/officeart/2016/7/layout/LinearArrowProcessNumbered"/>
    <dgm:cxn modelId="{1E0498D0-E73B-4E73-889C-5380F5F2BD12}" type="presOf" srcId="{4A0DC0E7-AC84-41E7-8517-7F82B58E710F}" destId="{80958EE5-9E2C-45FB-9322-885079AE9DFE}" srcOrd="0" destOrd="3" presId="urn:microsoft.com/office/officeart/2016/7/layout/LinearArrowProcessNumbered"/>
    <dgm:cxn modelId="{624953D1-4AB2-4475-8617-1DA1D133C0BC}" type="presOf" srcId="{CD58A27A-AC45-46C6-81EB-E835D6355AD4}" destId="{AC4D8C00-6E85-4CDE-9A62-29469D1162BE}" srcOrd="0" destOrd="0" presId="urn:microsoft.com/office/officeart/2016/7/layout/LinearArrowProcessNumbered"/>
    <dgm:cxn modelId="{3D0432DC-8EA9-4580-9060-2F3712CC3EBA}" srcId="{735E93CC-6A75-4E5D-973A-4968333175FA}" destId="{29BAB239-89E1-4CC8-88CB-78096C4F2576}" srcOrd="0" destOrd="0" parTransId="{DEE9DB07-7A62-424D-A908-A57106E95C86}" sibTransId="{FC224BFD-6E36-436E-A1C6-31A26861A0B4}"/>
    <dgm:cxn modelId="{35D501DD-7098-4E04-9850-A6AEB8CE54BC}" srcId="{14BC76D7-0999-4F26-B473-7F8B0B78CBB9}" destId="{CD58A27A-AC45-46C6-81EB-E835D6355AD4}" srcOrd="0" destOrd="0" parTransId="{CB43F4E1-9F3A-4C78-9C45-C6A3FD4ECD98}" sibTransId="{97EFEC3A-E59B-4065-8D35-6380A1D15CF2}"/>
    <dgm:cxn modelId="{888396DF-A6CC-4214-8E7A-E3B6DA69C2B7}" type="presOf" srcId="{187561C2-56C7-4AC1-9A8E-808E661F337A}" destId="{A7626ED7-9868-4A25-ACFF-5D81F0433868}" srcOrd="0" destOrd="2" presId="urn:microsoft.com/office/officeart/2016/7/layout/LinearArrowProcessNumbered"/>
    <dgm:cxn modelId="{15D5CAEB-86C2-4CA9-ACC5-D04EB7B54AB1}" type="presOf" srcId="{735E93CC-6A75-4E5D-973A-4968333175FA}" destId="{A7626ED7-9868-4A25-ACFF-5D81F0433868}" srcOrd="0" destOrd="0" presId="urn:microsoft.com/office/officeart/2016/7/layout/LinearArrowProcessNumbered"/>
    <dgm:cxn modelId="{B33ACDF9-14EB-42C6-8BCC-060AC2A18E7F}" type="presOf" srcId="{29BAB239-89E1-4CC8-88CB-78096C4F2576}" destId="{A7626ED7-9868-4A25-ACFF-5D81F0433868}" srcOrd="0" destOrd="1" presId="urn:microsoft.com/office/officeart/2016/7/layout/LinearArrowProcessNumbered"/>
    <dgm:cxn modelId="{CEFB96FC-DB6C-4291-8E5F-EA1DCBB437FE}" type="presOf" srcId="{9FE0CC24-6C5E-4199-BA77-51DCEBC099F6}" destId="{E5771C3B-4085-431C-AA3B-ED971AB1C281}" srcOrd="0" destOrd="3" presId="urn:microsoft.com/office/officeart/2016/7/layout/LinearArrowProcessNumbered"/>
    <dgm:cxn modelId="{F3CFB4FF-A845-422B-96FB-7D2DFB89466F}" type="presOf" srcId="{14BC76D7-0999-4F26-B473-7F8B0B78CBB9}" destId="{928455F6-9626-4E7F-B3F3-8FCE81541CBB}" srcOrd="0" destOrd="0" presId="urn:microsoft.com/office/officeart/2016/7/layout/LinearArrowProcessNumbered"/>
    <dgm:cxn modelId="{220D5E92-7EBA-4653-BCDB-17DFF58163C0}" type="presParOf" srcId="{928455F6-9626-4E7F-B3F3-8FCE81541CBB}" destId="{9B1D644A-CF8A-4A43-B8EF-9D837980F521}" srcOrd="0" destOrd="0" presId="urn:microsoft.com/office/officeart/2016/7/layout/LinearArrowProcessNumbered"/>
    <dgm:cxn modelId="{ED0E28A8-DBC0-4D9B-A4C7-0E397D68BB97}" type="presParOf" srcId="{9B1D644A-CF8A-4A43-B8EF-9D837980F521}" destId="{A2060692-7E2B-4727-A82F-D795D94D5946}" srcOrd="0" destOrd="0" presId="urn:microsoft.com/office/officeart/2016/7/layout/LinearArrowProcessNumbered"/>
    <dgm:cxn modelId="{AE945467-2148-4496-9C3A-713CEFBFADBE}" type="presParOf" srcId="{9B1D644A-CF8A-4A43-B8EF-9D837980F521}" destId="{48B8F057-36CB-4804-BB7D-E4FCB4E861A8}" srcOrd="1" destOrd="0" presId="urn:microsoft.com/office/officeart/2016/7/layout/LinearArrowProcessNumbered"/>
    <dgm:cxn modelId="{C39AE48B-7F52-43DE-B15B-A2B31A9AD797}" type="presParOf" srcId="{48B8F057-36CB-4804-BB7D-E4FCB4E861A8}" destId="{9BEE1FB5-03D6-4F17-A193-295911FE2EBD}" srcOrd="0" destOrd="0" presId="urn:microsoft.com/office/officeart/2016/7/layout/LinearArrowProcessNumbered"/>
    <dgm:cxn modelId="{61B47416-A851-453A-A174-E173557454C2}" type="presParOf" srcId="{48B8F057-36CB-4804-BB7D-E4FCB4E861A8}" destId="{7B03AF89-64E8-4022-B264-9FEE8E254AE2}" srcOrd="1" destOrd="0" presId="urn:microsoft.com/office/officeart/2016/7/layout/LinearArrowProcessNumbered"/>
    <dgm:cxn modelId="{D64E02AC-40D0-4773-9DC2-F9198F3970D0}" type="presParOf" srcId="{48B8F057-36CB-4804-BB7D-E4FCB4E861A8}" destId="{7FF892F4-E361-4489-80A4-B4F6B78BD42E}" srcOrd="2" destOrd="0" presId="urn:microsoft.com/office/officeart/2016/7/layout/LinearArrowProcessNumbered"/>
    <dgm:cxn modelId="{649BBA11-FFAE-4832-B0F0-CEF0CA48AC6A}" type="presParOf" srcId="{48B8F057-36CB-4804-BB7D-E4FCB4E861A8}" destId="{42356420-43D4-4965-B7CA-D98BDB6119FF}" srcOrd="3" destOrd="0" presId="urn:microsoft.com/office/officeart/2016/7/layout/LinearArrowProcessNumbered"/>
    <dgm:cxn modelId="{B8FC2A6A-0256-4F95-BD48-82D9E84CC1FC}" type="presParOf" srcId="{9B1D644A-CF8A-4A43-B8EF-9D837980F521}" destId="{AC4D8C00-6E85-4CDE-9A62-29469D1162BE}" srcOrd="2" destOrd="0" presId="urn:microsoft.com/office/officeart/2016/7/layout/LinearArrowProcessNumbered"/>
    <dgm:cxn modelId="{ECECFB10-CA50-4878-9DF5-E2C856053D51}" type="presParOf" srcId="{928455F6-9626-4E7F-B3F3-8FCE81541CBB}" destId="{A3957333-3310-467B-9C19-7A68CA68CC48}" srcOrd="1" destOrd="0" presId="urn:microsoft.com/office/officeart/2016/7/layout/LinearArrowProcessNumbered"/>
    <dgm:cxn modelId="{53273EBA-88D2-4CFC-AE3D-0F191BE3E54C}" type="presParOf" srcId="{928455F6-9626-4E7F-B3F3-8FCE81541CBB}" destId="{B9C2F804-D8E5-4165-8A51-A719CE97AFFA}" srcOrd="2" destOrd="0" presId="urn:microsoft.com/office/officeart/2016/7/layout/LinearArrowProcessNumbered"/>
    <dgm:cxn modelId="{F8AA2005-27FD-497C-81FF-A8F9599FF2BE}" type="presParOf" srcId="{B9C2F804-D8E5-4165-8A51-A719CE97AFFA}" destId="{14FE12F6-20F0-4EA5-8318-A49957E5F227}" srcOrd="0" destOrd="0" presId="urn:microsoft.com/office/officeart/2016/7/layout/LinearArrowProcessNumbered"/>
    <dgm:cxn modelId="{EAC62966-B6D6-47B1-9A61-882F0D8AA9AE}" type="presParOf" srcId="{B9C2F804-D8E5-4165-8A51-A719CE97AFFA}" destId="{91D98829-BB60-4AD4-AB25-8BEBF32CAB20}" srcOrd="1" destOrd="0" presId="urn:microsoft.com/office/officeart/2016/7/layout/LinearArrowProcessNumbered"/>
    <dgm:cxn modelId="{8E4F4B38-C356-4B45-9D73-6640C14A5F15}" type="presParOf" srcId="{91D98829-BB60-4AD4-AB25-8BEBF32CAB20}" destId="{3550B09E-576D-4AAA-94FC-A26B7CCE3E0A}" srcOrd="0" destOrd="0" presId="urn:microsoft.com/office/officeart/2016/7/layout/LinearArrowProcessNumbered"/>
    <dgm:cxn modelId="{865EFFE2-2DB6-4367-8A9B-453FF9AC7575}" type="presParOf" srcId="{91D98829-BB60-4AD4-AB25-8BEBF32CAB20}" destId="{7EF15A3B-B6ED-4EE7-A1DB-E7C26D0472AC}" srcOrd="1" destOrd="0" presId="urn:microsoft.com/office/officeart/2016/7/layout/LinearArrowProcessNumbered"/>
    <dgm:cxn modelId="{0D8C897C-37F8-44D7-A397-BA416397F5A5}" type="presParOf" srcId="{91D98829-BB60-4AD4-AB25-8BEBF32CAB20}" destId="{000C7298-2592-41CC-9935-CBD4F37C8081}" srcOrd="2" destOrd="0" presId="urn:microsoft.com/office/officeart/2016/7/layout/LinearArrowProcessNumbered"/>
    <dgm:cxn modelId="{70B07D42-4A80-4176-9081-D8ADFD849875}" type="presParOf" srcId="{91D98829-BB60-4AD4-AB25-8BEBF32CAB20}" destId="{A7A0F4D3-6104-439A-99BC-2D83F3DDF737}" srcOrd="3" destOrd="0" presId="urn:microsoft.com/office/officeart/2016/7/layout/LinearArrowProcessNumbered"/>
    <dgm:cxn modelId="{0060BE3B-E8F1-4091-A948-506B4DDFFD94}" type="presParOf" srcId="{B9C2F804-D8E5-4165-8A51-A719CE97AFFA}" destId="{80958EE5-9E2C-45FB-9322-885079AE9DFE}" srcOrd="2" destOrd="0" presId="urn:microsoft.com/office/officeart/2016/7/layout/LinearArrowProcessNumbered"/>
    <dgm:cxn modelId="{43A0E2D0-0F63-4210-B5B6-FF14A0265368}" type="presParOf" srcId="{928455F6-9626-4E7F-B3F3-8FCE81541CBB}" destId="{4477E262-2FEF-4DC3-9969-E4B2B9437106}" srcOrd="3" destOrd="0" presId="urn:microsoft.com/office/officeart/2016/7/layout/LinearArrowProcessNumbered"/>
    <dgm:cxn modelId="{499177E0-4891-4155-B62F-8C7C4354E46A}" type="presParOf" srcId="{928455F6-9626-4E7F-B3F3-8FCE81541CBB}" destId="{7242F598-63BE-4A93-A7B1-0DAC43075B1D}" srcOrd="4" destOrd="0" presId="urn:microsoft.com/office/officeart/2016/7/layout/LinearArrowProcessNumbered"/>
    <dgm:cxn modelId="{437F9CCB-1A68-48C9-93EE-FD7DC29B027C}" type="presParOf" srcId="{7242F598-63BE-4A93-A7B1-0DAC43075B1D}" destId="{0C1E6B28-A2BD-463A-80D7-0356D542BCC7}" srcOrd="0" destOrd="0" presId="urn:microsoft.com/office/officeart/2016/7/layout/LinearArrowProcessNumbered"/>
    <dgm:cxn modelId="{1EDC5491-F05A-4588-A0E9-FE102622445F}" type="presParOf" srcId="{7242F598-63BE-4A93-A7B1-0DAC43075B1D}" destId="{2891D86C-932B-48EB-9A21-58B2FA6FBDB7}" srcOrd="1" destOrd="0" presId="urn:microsoft.com/office/officeart/2016/7/layout/LinearArrowProcessNumbered"/>
    <dgm:cxn modelId="{3A309108-83D3-4563-8710-C6D7DA4EEA10}" type="presParOf" srcId="{2891D86C-932B-48EB-9A21-58B2FA6FBDB7}" destId="{D108ECEC-69D7-4C9D-8AE2-B1B0863B179B}" srcOrd="0" destOrd="0" presId="urn:microsoft.com/office/officeart/2016/7/layout/LinearArrowProcessNumbered"/>
    <dgm:cxn modelId="{80517345-5AD4-4ADF-A403-3B8D569CBFC5}" type="presParOf" srcId="{2891D86C-932B-48EB-9A21-58B2FA6FBDB7}" destId="{955E791B-FBFD-4C9B-9432-039FD94AF887}" srcOrd="1" destOrd="0" presId="urn:microsoft.com/office/officeart/2016/7/layout/LinearArrowProcessNumbered"/>
    <dgm:cxn modelId="{D11E686C-8FE0-4575-A852-5DCA7947BCAD}" type="presParOf" srcId="{2891D86C-932B-48EB-9A21-58B2FA6FBDB7}" destId="{A3E94057-29A4-40FE-AFD1-2EFD5DFBDF73}" srcOrd="2" destOrd="0" presId="urn:microsoft.com/office/officeart/2016/7/layout/LinearArrowProcessNumbered"/>
    <dgm:cxn modelId="{9060F7DB-7C3E-4724-A7F4-6C22C1C29812}" type="presParOf" srcId="{2891D86C-932B-48EB-9A21-58B2FA6FBDB7}" destId="{B18CBC95-629F-4280-BC94-24A36C89F38A}" srcOrd="3" destOrd="0" presId="urn:microsoft.com/office/officeart/2016/7/layout/LinearArrowProcessNumbered"/>
    <dgm:cxn modelId="{75BE9D9F-0F0B-4A5B-AAF3-3ACFBEAA849D}" type="presParOf" srcId="{7242F598-63BE-4A93-A7B1-0DAC43075B1D}" destId="{E5771C3B-4085-431C-AA3B-ED971AB1C281}" srcOrd="2" destOrd="0" presId="urn:microsoft.com/office/officeart/2016/7/layout/LinearArrowProcessNumbered"/>
    <dgm:cxn modelId="{E55FECFA-677F-42BD-8127-7F8DFAD479BD}" type="presParOf" srcId="{928455F6-9626-4E7F-B3F3-8FCE81541CBB}" destId="{CD6C264C-5B8E-4886-95B2-5209BB73988E}" srcOrd="5" destOrd="0" presId="urn:microsoft.com/office/officeart/2016/7/layout/LinearArrowProcessNumbered"/>
    <dgm:cxn modelId="{1A4C7ECF-BEDE-4175-835D-75A7357A0638}" type="presParOf" srcId="{928455F6-9626-4E7F-B3F3-8FCE81541CBB}" destId="{DDDF8083-8ABB-481A-9B6C-A588DE6C9321}" srcOrd="6" destOrd="0" presId="urn:microsoft.com/office/officeart/2016/7/layout/LinearArrowProcessNumbered"/>
    <dgm:cxn modelId="{9A48A3E7-F8B3-49F6-94DF-BA49E4691F27}" type="presParOf" srcId="{DDDF8083-8ABB-481A-9B6C-A588DE6C9321}" destId="{5F556962-C8BF-4EA8-AF98-F38BD10B8F16}" srcOrd="0" destOrd="0" presId="urn:microsoft.com/office/officeart/2016/7/layout/LinearArrowProcessNumbered"/>
    <dgm:cxn modelId="{B5B2B9C8-24FA-4664-8414-0E433AA2DF18}" type="presParOf" srcId="{DDDF8083-8ABB-481A-9B6C-A588DE6C9321}" destId="{280C0DFC-604E-49F5-89B8-539D3B7DFA3D}" srcOrd="1" destOrd="0" presId="urn:microsoft.com/office/officeart/2016/7/layout/LinearArrowProcessNumbered"/>
    <dgm:cxn modelId="{AF73A6EC-8342-4B4D-A276-28ADA0C44B4B}" type="presParOf" srcId="{280C0DFC-604E-49F5-89B8-539D3B7DFA3D}" destId="{1A43F121-0764-4F43-A60A-0B6855036697}" srcOrd="0" destOrd="0" presId="urn:microsoft.com/office/officeart/2016/7/layout/LinearArrowProcessNumbered"/>
    <dgm:cxn modelId="{C96F80A1-6BD8-4365-BAB1-0E648EB1F8B3}" type="presParOf" srcId="{280C0DFC-604E-49F5-89B8-539D3B7DFA3D}" destId="{2EA7BB6B-2F0C-4358-8891-43AB9798D5CA}" srcOrd="1" destOrd="0" presId="urn:microsoft.com/office/officeart/2016/7/layout/LinearArrowProcessNumbered"/>
    <dgm:cxn modelId="{96DA7727-6CF1-41C4-88F1-6CF378606110}" type="presParOf" srcId="{280C0DFC-604E-49F5-89B8-539D3B7DFA3D}" destId="{98D08E2C-435E-4101-9BF1-77CEF4F2D6A9}" srcOrd="2" destOrd="0" presId="urn:microsoft.com/office/officeart/2016/7/layout/LinearArrowProcessNumbered"/>
    <dgm:cxn modelId="{B6CEA74A-EF4D-4A0C-9544-E46ABA9B7D4C}" type="presParOf" srcId="{280C0DFC-604E-49F5-89B8-539D3B7DFA3D}" destId="{16FB2055-2965-4CBA-AF68-8F45ACC6F6BF}" srcOrd="3" destOrd="0" presId="urn:microsoft.com/office/officeart/2016/7/layout/LinearArrowProcessNumbered"/>
    <dgm:cxn modelId="{68F4615A-0D3C-4607-B48E-CD7221450016}" type="presParOf" srcId="{DDDF8083-8ABB-481A-9B6C-A588DE6C9321}" destId="{A7626ED7-9868-4A25-ACFF-5D81F0433868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CDFCBC1-AE8C-47CC-9B2F-084536F7FF9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2634B0-F1B8-4708-A298-97BC61C09829}">
      <dgm:prSet/>
      <dgm:spPr/>
      <dgm:t>
        <a:bodyPr/>
        <a:lstStyle/>
        <a:p>
          <a:r>
            <a:rPr lang="en-US"/>
            <a:t>78% High-Risk Workforce</a:t>
          </a:r>
        </a:p>
      </dgm:t>
    </dgm:pt>
    <dgm:pt modelId="{2819EA3D-AE4E-4443-A667-38F3D495DF9E}" type="parTrans" cxnId="{965722DA-24CE-4D8B-8C75-A636C8D3B676}">
      <dgm:prSet/>
      <dgm:spPr/>
      <dgm:t>
        <a:bodyPr/>
        <a:lstStyle/>
        <a:p>
          <a:endParaRPr lang="en-US"/>
        </a:p>
      </dgm:t>
    </dgm:pt>
    <dgm:pt modelId="{424549B2-B98B-4FB8-ADB2-9BE784D06C1C}" type="sibTrans" cxnId="{965722DA-24CE-4D8B-8C75-A636C8D3B676}">
      <dgm:prSet/>
      <dgm:spPr/>
      <dgm:t>
        <a:bodyPr/>
        <a:lstStyle/>
        <a:p>
          <a:endParaRPr lang="en-US"/>
        </a:p>
      </dgm:t>
    </dgm:pt>
    <dgm:pt modelId="{D8084434-7EEB-4B1F-9115-B745B4D2D828}">
      <dgm:prSet/>
      <dgm:spPr/>
      <dgm:t>
        <a:bodyPr/>
        <a:lstStyle/>
        <a:p>
          <a:r>
            <a:rPr lang="en-US"/>
            <a:t>BEHAVIORAL DATA:</a:t>
          </a:r>
        </a:p>
      </dgm:t>
    </dgm:pt>
    <dgm:pt modelId="{E816CCC1-4851-45A9-B836-FB984C062AA3}" type="parTrans" cxnId="{03D3C83F-994B-4521-9D20-F0E1E63EB82E}">
      <dgm:prSet/>
      <dgm:spPr/>
      <dgm:t>
        <a:bodyPr/>
        <a:lstStyle/>
        <a:p>
          <a:endParaRPr lang="en-US"/>
        </a:p>
      </dgm:t>
    </dgm:pt>
    <dgm:pt modelId="{651D4AED-1710-40AD-AA2D-4CF0CF55F747}" type="sibTrans" cxnId="{03D3C83F-994B-4521-9D20-F0E1E63EB82E}">
      <dgm:prSet/>
      <dgm:spPr/>
      <dgm:t>
        <a:bodyPr/>
        <a:lstStyle/>
        <a:p>
          <a:endParaRPr lang="en-US"/>
        </a:p>
      </dgm:t>
    </dgm:pt>
    <dgm:pt modelId="{3EC4D999-D053-4AB0-94B9-1B72C019D26D}">
      <dgm:prSet/>
      <dgm:spPr/>
      <dgm:t>
        <a:bodyPr/>
        <a:lstStyle/>
        <a:p>
          <a:r>
            <a:rPr lang="en-US"/>
            <a:t>• Smoking: Minimal impact</a:t>
          </a:r>
        </a:p>
      </dgm:t>
    </dgm:pt>
    <dgm:pt modelId="{7FAE472E-19EA-475E-B85A-75827AE2D996}" type="parTrans" cxnId="{4E04EE7C-56F5-445A-ACA4-C7533A1A3CB9}">
      <dgm:prSet/>
      <dgm:spPr/>
      <dgm:t>
        <a:bodyPr/>
        <a:lstStyle/>
        <a:p>
          <a:endParaRPr lang="en-US"/>
        </a:p>
      </dgm:t>
    </dgm:pt>
    <dgm:pt modelId="{A095FE57-3820-4D6F-A8B3-6211167E122A}" type="sibTrans" cxnId="{4E04EE7C-56F5-445A-ACA4-C7533A1A3CB9}">
      <dgm:prSet/>
      <dgm:spPr/>
      <dgm:t>
        <a:bodyPr/>
        <a:lstStyle/>
        <a:p>
          <a:endParaRPr lang="en-US"/>
        </a:p>
      </dgm:t>
    </dgm:pt>
    <dgm:pt modelId="{747718DB-1B94-43FA-9355-5A4291D225AF}">
      <dgm:prSet/>
      <dgm:spPr/>
      <dgm:t>
        <a:bodyPr/>
        <a:lstStyle/>
        <a:p>
          <a:r>
            <a:rPr lang="en-US"/>
            <a:t>• Drinking: 68% MORE hours!</a:t>
          </a:r>
        </a:p>
      </dgm:t>
    </dgm:pt>
    <dgm:pt modelId="{A3CF34CA-CEE3-4F87-93D0-687FE6F73201}" type="parTrans" cxnId="{B48915DB-04F4-4EBE-87B2-7E0130A0E860}">
      <dgm:prSet/>
      <dgm:spPr/>
      <dgm:t>
        <a:bodyPr/>
        <a:lstStyle/>
        <a:p>
          <a:endParaRPr lang="en-US"/>
        </a:p>
      </dgm:t>
    </dgm:pt>
    <dgm:pt modelId="{8C8530AB-48D7-43FB-9ECB-A842EB991E37}" type="sibTrans" cxnId="{B48915DB-04F4-4EBE-87B2-7E0130A0E860}">
      <dgm:prSet/>
      <dgm:spPr/>
      <dgm:t>
        <a:bodyPr/>
        <a:lstStyle/>
        <a:p>
          <a:endParaRPr lang="en-US"/>
        </a:p>
      </dgm:t>
    </dgm:pt>
    <dgm:pt modelId="{BFF6174E-5010-46A3-8363-382DD2B2D5CA}">
      <dgm:prSet/>
      <dgm:spPr/>
      <dgm:t>
        <a:bodyPr/>
        <a:lstStyle/>
        <a:p>
          <a:r>
            <a:rPr lang="en-US"/>
            <a:t>(Drinkers 3.2K vs Non-drinkers 1.9K)</a:t>
          </a:r>
        </a:p>
      </dgm:t>
    </dgm:pt>
    <dgm:pt modelId="{E061AE70-7F3B-46D9-A253-51D610ADC1B6}" type="parTrans" cxnId="{A502E2E0-DDDD-491B-A9D6-E9B663866DD4}">
      <dgm:prSet/>
      <dgm:spPr/>
      <dgm:t>
        <a:bodyPr/>
        <a:lstStyle/>
        <a:p>
          <a:endParaRPr lang="en-US"/>
        </a:p>
      </dgm:t>
    </dgm:pt>
    <dgm:pt modelId="{FE044B52-12A4-4525-8054-BE52DC322FE9}" type="sibTrans" cxnId="{A502E2E0-DDDD-491B-A9D6-E9B663866DD4}">
      <dgm:prSet/>
      <dgm:spPr/>
      <dgm:t>
        <a:bodyPr/>
        <a:lstStyle/>
        <a:p>
          <a:endParaRPr lang="en-US"/>
        </a:p>
      </dgm:t>
    </dgm:pt>
    <dgm:pt modelId="{8A8806D3-2C6F-4DD6-BF57-8DC203D29CE0}">
      <dgm:prSet/>
      <dgm:spPr/>
      <dgm:t>
        <a:bodyPr/>
        <a:lstStyle/>
        <a:p>
          <a:r>
            <a:rPr lang="en-US"/>
            <a:t>• Disciplinary: 700 clean, 40 issues</a:t>
          </a:r>
        </a:p>
      </dgm:t>
    </dgm:pt>
    <dgm:pt modelId="{92C25F88-C48B-436F-98AE-DF6B6D7ED13C}" type="parTrans" cxnId="{930AD726-B29C-4FAF-B187-B123690CD2DE}">
      <dgm:prSet/>
      <dgm:spPr/>
      <dgm:t>
        <a:bodyPr/>
        <a:lstStyle/>
        <a:p>
          <a:endParaRPr lang="en-US"/>
        </a:p>
      </dgm:t>
    </dgm:pt>
    <dgm:pt modelId="{7DAAB169-60E8-4BBF-AD84-B963BF041B3E}" type="sibTrans" cxnId="{930AD726-B29C-4FAF-B187-B123690CD2DE}">
      <dgm:prSet/>
      <dgm:spPr/>
      <dgm:t>
        <a:bodyPr/>
        <a:lstStyle/>
        <a:p>
          <a:endParaRPr lang="en-US"/>
        </a:p>
      </dgm:t>
    </dgm:pt>
    <dgm:pt modelId="{0A302D68-746E-4981-9E97-16313D11C50A}">
      <dgm:prSet/>
      <dgm:spPr/>
      <dgm:t>
        <a:bodyPr/>
        <a:lstStyle/>
        <a:p>
          <a:r>
            <a:rPr lang="en-US"/>
            <a:t>• Risk Matrix: Drinker + Non-Smoker</a:t>
          </a:r>
        </a:p>
      </dgm:t>
    </dgm:pt>
    <dgm:pt modelId="{3B3934ED-8234-4008-9E16-65B369EB8734}" type="parTrans" cxnId="{90230C8E-9A2C-4C38-959D-6FFDB907248A}">
      <dgm:prSet/>
      <dgm:spPr/>
      <dgm:t>
        <a:bodyPr/>
        <a:lstStyle/>
        <a:p>
          <a:endParaRPr lang="en-US"/>
        </a:p>
      </dgm:t>
    </dgm:pt>
    <dgm:pt modelId="{F0162ACE-F323-41E5-BB27-9B9CD985E660}" type="sibTrans" cxnId="{90230C8E-9A2C-4C38-959D-6FFDB907248A}">
      <dgm:prSet/>
      <dgm:spPr/>
      <dgm:t>
        <a:bodyPr/>
        <a:lstStyle/>
        <a:p>
          <a:endParaRPr lang="en-US"/>
        </a:p>
      </dgm:t>
    </dgm:pt>
    <dgm:pt modelId="{49B7D1B1-9901-4FD9-A1D5-834C77FDAE86}">
      <dgm:prSet/>
      <dgm:spPr/>
      <dgm:t>
        <a:bodyPr/>
        <a:lstStyle/>
        <a:p>
          <a:r>
            <a:rPr lang="en-US"/>
            <a:t>= 3,066 hours (highest risk)</a:t>
          </a:r>
        </a:p>
      </dgm:t>
    </dgm:pt>
    <dgm:pt modelId="{82237812-334A-4DD0-954D-948E800F4E9D}" type="parTrans" cxnId="{97327D06-CFAC-491A-83FD-9269A9A5DCC6}">
      <dgm:prSet/>
      <dgm:spPr/>
      <dgm:t>
        <a:bodyPr/>
        <a:lstStyle/>
        <a:p>
          <a:endParaRPr lang="en-US"/>
        </a:p>
      </dgm:t>
    </dgm:pt>
    <dgm:pt modelId="{9AD1CC5B-1F72-45D3-A2B1-A7FA27F036D7}" type="sibTrans" cxnId="{97327D06-CFAC-491A-83FD-9269A9A5DCC6}">
      <dgm:prSet/>
      <dgm:spPr/>
      <dgm:t>
        <a:bodyPr/>
        <a:lstStyle/>
        <a:p>
          <a:endParaRPr lang="en-US"/>
        </a:p>
      </dgm:t>
    </dgm:pt>
    <dgm:pt modelId="{33E15815-2ABD-46EF-886F-46752E40D6C4}">
      <dgm:prSet/>
      <dgm:spPr/>
      <dgm:t>
        <a:bodyPr/>
        <a:lstStyle/>
        <a:p>
          <a:r>
            <a:rPr lang="en-US"/>
            <a:t>78% HIGH-RISK INTERPRETATION:</a:t>
          </a:r>
        </a:p>
      </dgm:t>
    </dgm:pt>
    <dgm:pt modelId="{2A046917-3E10-4E28-881B-997EFFDA9996}" type="parTrans" cxnId="{C6251C7C-D84A-483B-89CD-5FA39FF8D623}">
      <dgm:prSet/>
      <dgm:spPr/>
      <dgm:t>
        <a:bodyPr/>
        <a:lstStyle/>
        <a:p>
          <a:endParaRPr lang="en-US"/>
        </a:p>
      </dgm:t>
    </dgm:pt>
    <dgm:pt modelId="{489A1E1D-82B1-4C9C-B9A7-2917FB9DD8C6}" type="sibTrans" cxnId="{C6251C7C-D84A-483B-89CD-5FA39FF8D623}">
      <dgm:prSet/>
      <dgm:spPr/>
      <dgm:t>
        <a:bodyPr/>
        <a:lstStyle/>
        <a:p>
          <a:endParaRPr lang="en-US"/>
        </a:p>
      </dgm:t>
    </dgm:pt>
    <dgm:pt modelId="{FAD11726-8643-4C08-8A4E-37EA4BEB7BBF}">
      <dgm:prSet/>
      <dgm:spPr/>
      <dgm:t>
        <a:bodyPr/>
        <a:lstStyle/>
        <a:p>
          <a:r>
            <a:rPr lang="en-US"/>
            <a:t>When three-quarters show risk factors,</a:t>
          </a:r>
        </a:p>
      </dgm:t>
    </dgm:pt>
    <dgm:pt modelId="{748F99DB-2853-4603-99AC-91CBA19298DB}" type="parTrans" cxnId="{C14533AF-917E-4493-B134-73FA68C1B7BD}">
      <dgm:prSet/>
      <dgm:spPr/>
      <dgm:t>
        <a:bodyPr/>
        <a:lstStyle/>
        <a:p>
          <a:endParaRPr lang="en-US"/>
        </a:p>
      </dgm:t>
    </dgm:pt>
    <dgm:pt modelId="{BEBCC96F-3BCB-4C55-960F-8738D99681EF}" type="sibTrans" cxnId="{C14533AF-917E-4493-B134-73FA68C1B7BD}">
      <dgm:prSet/>
      <dgm:spPr/>
      <dgm:t>
        <a:bodyPr/>
        <a:lstStyle/>
        <a:p>
          <a:endParaRPr lang="en-US"/>
        </a:p>
      </dgm:t>
    </dgm:pt>
    <dgm:pt modelId="{5ED68AB0-C9D1-401D-AD21-CF0353FE11BF}">
      <dgm:prSet/>
      <dgm:spPr/>
      <dgm:t>
        <a:bodyPr/>
        <a:lstStyle/>
        <a:p>
          <a:r>
            <a:rPr lang="en-US"/>
            <a:t>this is SYSTEMATIC not individual</a:t>
          </a:r>
        </a:p>
      </dgm:t>
    </dgm:pt>
    <dgm:pt modelId="{4EE95A26-6031-41C5-A4BA-BE8F7C4D1F1E}" type="parTrans" cxnId="{4ECE3C84-0BB8-4386-8927-CD20FAB15D81}">
      <dgm:prSet/>
      <dgm:spPr/>
      <dgm:t>
        <a:bodyPr/>
        <a:lstStyle/>
        <a:p>
          <a:endParaRPr lang="en-US"/>
        </a:p>
      </dgm:t>
    </dgm:pt>
    <dgm:pt modelId="{9CFF5160-4958-4436-8471-9F0792A8B455}" type="sibTrans" cxnId="{4ECE3C84-0BB8-4386-8927-CD20FAB15D81}">
      <dgm:prSet/>
      <dgm:spPr/>
      <dgm:t>
        <a:bodyPr/>
        <a:lstStyle/>
        <a:p>
          <a:endParaRPr lang="en-US"/>
        </a:p>
      </dgm:t>
    </dgm:pt>
    <dgm:pt modelId="{9DB9CE65-1A66-4E76-B57E-99C2B1AD7656}">
      <dgm:prSet/>
      <dgm:spPr/>
      <dgm:t>
        <a:bodyPr/>
        <a:lstStyle/>
        <a:p>
          <a:r>
            <a:rPr lang="en-US"/>
            <a:t>Requires organizational wellness</a:t>
          </a:r>
        </a:p>
      </dgm:t>
    </dgm:pt>
    <dgm:pt modelId="{57785B2A-2E3F-4B97-B057-B2F75F61F6CA}" type="parTrans" cxnId="{46AA8972-F7FF-46D9-8B71-F3D0BCCB30BB}">
      <dgm:prSet/>
      <dgm:spPr/>
      <dgm:t>
        <a:bodyPr/>
        <a:lstStyle/>
        <a:p>
          <a:endParaRPr lang="en-US"/>
        </a:p>
      </dgm:t>
    </dgm:pt>
    <dgm:pt modelId="{B0EE9AF5-E7AF-45E1-9D18-0C54CEB30641}" type="sibTrans" cxnId="{46AA8972-F7FF-46D9-8B71-F3D0BCCB30BB}">
      <dgm:prSet/>
      <dgm:spPr/>
      <dgm:t>
        <a:bodyPr/>
        <a:lstStyle/>
        <a:p>
          <a:endParaRPr lang="en-US"/>
        </a:p>
      </dgm:t>
    </dgm:pt>
    <dgm:pt modelId="{23B29471-0C43-4A8C-9040-721910AE0D70}">
      <dgm:prSet/>
      <dgm:spPr/>
      <dgm:t>
        <a:bodyPr/>
        <a:lstStyle/>
        <a:p>
          <a:r>
            <a:rPr lang="en-US"/>
            <a:t>strategy, not person-by-person fixes</a:t>
          </a:r>
        </a:p>
      </dgm:t>
    </dgm:pt>
    <dgm:pt modelId="{096562F6-4582-45EE-A335-FE8C6CC9B4B4}" type="parTrans" cxnId="{3660C4A2-3747-4603-AE59-15DB0D54350E}">
      <dgm:prSet/>
      <dgm:spPr/>
      <dgm:t>
        <a:bodyPr/>
        <a:lstStyle/>
        <a:p>
          <a:endParaRPr lang="en-US"/>
        </a:p>
      </dgm:t>
    </dgm:pt>
    <dgm:pt modelId="{EEBC28CD-4F0E-49BC-84D1-0CCAEC607652}" type="sibTrans" cxnId="{3660C4A2-3747-4603-AE59-15DB0D54350E}">
      <dgm:prSet/>
      <dgm:spPr/>
      <dgm:t>
        <a:bodyPr/>
        <a:lstStyle/>
        <a:p>
          <a:endParaRPr lang="en-US"/>
        </a:p>
      </dgm:t>
    </dgm:pt>
    <dgm:pt modelId="{9A2BE1C1-F9E8-4430-B718-391E3D6E10BB}">
      <dgm:prSet/>
      <dgm:spPr/>
      <dgm:t>
        <a:bodyPr/>
        <a:lstStyle/>
        <a:p>
          <a:r>
            <a:rPr lang="en-US"/>
            <a:t>INTERVENTIONS:</a:t>
          </a:r>
        </a:p>
      </dgm:t>
    </dgm:pt>
    <dgm:pt modelId="{F90DFC71-44F1-499A-84CB-97F479F142D9}" type="parTrans" cxnId="{5F5A40B0-93A4-46EB-8A55-A074FAB85889}">
      <dgm:prSet/>
      <dgm:spPr/>
      <dgm:t>
        <a:bodyPr/>
        <a:lstStyle/>
        <a:p>
          <a:endParaRPr lang="en-US"/>
        </a:p>
      </dgm:t>
    </dgm:pt>
    <dgm:pt modelId="{1B1A1434-16DE-45AF-88CB-4D611C27AF09}" type="sibTrans" cxnId="{5F5A40B0-93A4-46EB-8A55-A074FAB85889}">
      <dgm:prSet/>
      <dgm:spPr/>
      <dgm:t>
        <a:bodyPr/>
        <a:lstStyle/>
        <a:p>
          <a:endParaRPr lang="en-US"/>
        </a:p>
      </dgm:t>
    </dgm:pt>
    <dgm:pt modelId="{965D09F4-E47E-4C8B-8203-F1054ED50BD3}">
      <dgm:prSet/>
      <dgm:spPr/>
      <dgm:t>
        <a:bodyPr/>
        <a:lstStyle/>
        <a:p>
          <a:r>
            <a:rPr lang="en-US"/>
            <a:t>• EAP expansion (supportive approach)</a:t>
          </a:r>
        </a:p>
      </dgm:t>
    </dgm:pt>
    <dgm:pt modelId="{CC76015A-9FCB-4931-B002-6AB3051D7A40}" type="parTrans" cxnId="{D0DA90EF-87DD-4DD7-B992-6E61ACE43AE7}">
      <dgm:prSet/>
      <dgm:spPr/>
      <dgm:t>
        <a:bodyPr/>
        <a:lstStyle/>
        <a:p>
          <a:endParaRPr lang="en-US"/>
        </a:p>
      </dgm:t>
    </dgm:pt>
    <dgm:pt modelId="{193D9BE1-346E-422E-AC87-5E76C79FA6D1}" type="sibTrans" cxnId="{D0DA90EF-87DD-4DD7-B992-6E61ACE43AE7}">
      <dgm:prSet/>
      <dgm:spPr/>
      <dgm:t>
        <a:bodyPr/>
        <a:lstStyle/>
        <a:p>
          <a:endParaRPr lang="en-US"/>
        </a:p>
      </dgm:t>
    </dgm:pt>
    <dgm:pt modelId="{1DE4AF69-08F6-45EC-B496-A38012833799}">
      <dgm:prSet/>
      <dgm:spPr/>
      <dgm:t>
        <a:bodyPr/>
        <a:lstStyle/>
        <a:p>
          <a:r>
            <a:rPr lang="en-US"/>
            <a:t>• Substance awareness training</a:t>
          </a:r>
        </a:p>
      </dgm:t>
    </dgm:pt>
    <dgm:pt modelId="{28B247E1-3D30-4432-94D3-A9B15E7943D1}" type="parTrans" cxnId="{34D7E6C3-E552-4EE6-995A-C097900D64FE}">
      <dgm:prSet/>
      <dgm:spPr/>
      <dgm:t>
        <a:bodyPr/>
        <a:lstStyle/>
        <a:p>
          <a:endParaRPr lang="en-US"/>
        </a:p>
      </dgm:t>
    </dgm:pt>
    <dgm:pt modelId="{543F786D-9255-4113-904B-6A6090496C79}" type="sibTrans" cxnId="{34D7E6C3-E552-4EE6-995A-C097900D64FE}">
      <dgm:prSet/>
      <dgm:spPr/>
      <dgm:t>
        <a:bodyPr/>
        <a:lstStyle/>
        <a:p>
          <a:endParaRPr lang="en-US"/>
        </a:p>
      </dgm:t>
    </dgm:pt>
    <dgm:pt modelId="{37F2E8FF-C706-4686-9EBF-D5142F1B75E7}">
      <dgm:prSet/>
      <dgm:spPr/>
      <dgm:t>
        <a:bodyPr/>
        <a:lstStyle/>
        <a:p>
          <a:r>
            <a:rPr lang="en-US"/>
            <a:t>• Confidential counseling</a:t>
          </a:r>
        </a:p>
      </dgm:t>
    </dgm:pt>
    <dgm:pt modelId="{D00A37B9-1EB4-423D-98A2-F2285CC5D585}" type="parTrans" cxnId="{1D7F8E6E-30CD-4243-A905-6C253BF68730}">
      <dgm:prSet/>
      <dgm:spPr/>
      <dgm:t>
        <a:bodyPr/>
        <a:lstStyle/>
        <a:p>
          <a:endParaRPr lang="en-US"/>
        </a:p>
      </dgm:t>
    </dgm:pt>
    <dgm:pt modelId="{0CE38BFB-6C04-4826-BC55-1A6D1966E3A8}" type="sibTrans" cxnId="{1D7F8E6E-30CD-4243-A905-6C253BF68730}">
      <dgm:prSet/>
      <dgm:spPr/>
      <dgm:t>
        <a:bodyPr/>
        <a:lstStyle/>
        <a:p>
          <a:endParaRPr lang="en-US"/>
        </a:p>
      </dgm:t>
    </dgm:pt>
    <dgm:pt modelId="{6932876C-D5E8-47D4-BEA1-FEC08BAB4E14}">
      <dgm:prSet/>
      <dgm:spPr/>
      <dgm:t>
        <a:bodyPr/>
        <a:lstStyle/>
        <a:p>
          <a:r>
            <a:rPr lang="en-US"/>
            <a:t>• Job satisfaction surveys</a:t>
          </a:r>
        </a:p>
      </dgm:t>
    </dgm:pt>
    <dgm:pt modelId="{73C0DC0F-F581-49DE-A31A-2A0FB7A5C5FE}" type="parTrans" cxnId="{7A77E996-A241-48D8-B7B2-DF7091F26C89}">
      <dgm:prSet/>
      <dgm:spPr/>
      <dgm:t>
        <a:bodyPr/>
        <a:lstStyle/>
        <a:p>
          <a:endParaRPr lang="en-US"/>
        </a:p>
      </dgm:t>
    </dgm:pt>
    <dgm:pt modelId="{08B7C7D9-7554-4342-B5C1-45D55FBA8B86}" type="sibTrans" cxnId="{7A77E996-A241-48D8-B7B2-DF7091F26C89}">
      <dgm:prSet/>
      <dgm:spPr/>
      <dgm:t>
        <a:bodyPr/>
        <a:lstStyle/>
        <a:p>
          <a:endParaRPr lang="en-US"/>
        </a:p>
      </dgm:t>
    </dgm:pt>
    <dgm:pt modelId="{8BA539D8-5A3C-4AC3-A4D5-02B62541528C}">
      <dgm:prSet/>
      <dgm:spPr/>
      <dgm:t>
        <a:bodyPr/>
        <a:lstStyle/>
        <a:p>
          <a:r>
            <a:rPr lang="en-US"/>
            <a:t>• Not judgment - removing barriers</a:t>
          </a:r>
        </a:p>
      </dgm:t>
    </dgm:pt>
    <dgm:pt modelId="{63DE6CDA-29FF-467F-8CBD-892284ACDCE0}" type="parTrans" cxnId="{30B82ECC-3266-4193-BF8C-B6A037313AAB}">
      <dgm:prSet/>
      <dgm:spPr/>
      <dgm:t>
        <a:bodyPr/>
        <a:lstStyle/>
        <a:p>
          <a:endParaRPr lang="en-US"/>
        </a:p>
      </dgm:t>
    </dgm:pt>
    <dgm:pt modelId="{39DB2363-C427-47CD-86A4-C8009EB3749D}" type="sibTrans" cxnId="{30B82ECC-3266-4193-BF8C-B6A037313AAB}">
      <dgm:prSet/>
      <dgm:spPr/>
      <dgm:t>
        <a:bodyPr/>
        <a:lstStyle/>
        <a:p>
          <a:endParaRPr lang="en-US"/>
        </a:p>
      </dgm:t>
    </dgm:pt>
    <dgm:pt modelId="{A5B45A1B-E31D-4988-A260-F7B808A73360}" type="pres">
      <dgm:prSet presAssocID="{0CDFCBC1-AE8C-47CC-9B2F-084536F7FF97}" presName="linear" presStyleCnt="0">
        <dgm:presLayoutVars>
          <dgm:animLvl val="lvl"/>
          <dgm:resizeHandles val="exact"/>
        </dgm:presLayoutVars>
      </dgm:prSet>
      <dgm:spPr/>
    </dgm:pt>
    <dgm:pt modelId="{B35D1F44-0183-4811-96D7-34AD5E061376}" type="pres">
      <dgm:prSet presAssocID="{082634B0-F1B8-4708-A298-97BC61C09829}" presName="parentText" presStyleLbl="node1" presStyleIdx="0" presStyleCnt="19">
        <dgm:presLayoutVars>
          <dgm:chMax val="0"/>
          <dgm:bulletEnabled val="1"/>
        </dgm:presLayoutVars>
      </dgm:prSet>
      <dgm:spPr/>
    </dgm:pt>
    <dgm:pt modelId="{A9321C1C-DC1E-4BB3-B25F-C846E7CF748C}" type="pres">
      <dgm:prSet presAssocID="{424549B2-B98B-4FB8-ADB2-9BE784D06C1C}" presName="spacer" presStyleCnt="0"/>
      <dgm:spPr/>
    </dgm:pt>
    <dgm:pt modelId="{03E45982-6E58-45F9-8A9D-42A90B0559CD}" type="pres">
      <dgm:prSet presAssocID="{D8084434-7EEB-4B1F-9115-B745B4D2D828}" presName="parentText" presStyleLbl="node1" presStyleIdx="1" presStyleCnt="19">
        <dgm:presLayoutVars>
          <dgm:chMax val="0"/>
          <dgm:bulletEnabled val="1"/>
        </dgm:presLayoutVars>
      </dgm:prSet>
      <dgm:spPr/>
    </dgm:pt>
    <dgm:pt modelId="{2CA882B1-B975-430F-AB8F-4880CD146589}" type="pres">
      <dgm:prSet presAssocID="{651D4AED-1710-40AD-AA2D-4CF0CF55F747}" presName="spacer" presStyleCnt="0"/>
      <dgm:spPr/>
    </dgm:pt>
    <dgm:pt modelId="{FF005081-1E3F-432A-BB5F-01D605EDA6BE}" type="pres">
      <dgm:prSet presAssocID="{3EC4D999-D053-4AB0-94B9-1B72C019D26D}" presName="parentText" presStyleLbl="node1" presStyleIdx="2" presStyleCnt="19">
        <dgm:presLayoutVars>
          <dgm:chMax val="0"/>
          <dgm:bulletEnabled val="1"/>
        </dgm:presLayoutVars>
      </dgm:prSet>
      <dgm:spPr/>
    </dgm:pt>
    <dgm:pt modelId="{618043A8-CB4E-427B-BF69-61F595530E3F}" type="pres">
      <dgm:prSet presAssocID="{A095FE57-3820-4D6F-A8B3-6211167E122A}" presName="spacer" presStyleCnt="0"/>
      <dgm:spPr/>
    </dgm:pt>
    <dgm:pt modelId="{DBF2A84B-2A29-4230-8659-8703A7F31ED2}" type="pres">
      <dgm:prSet presAssocID="{747718DB-1B94-43FA-9355-5A4291D225AF}" presName="parentText" presStyleLbl="node1" presStyleIdx="3" presStyleCnt="19">
        <dgm:presLayoutVars>
          <dgm:chMax val="0"/>
          <dgm:bulletEnabled val="1"/>
        </dgm:presLayoutVars>
      </dgm:prSet>
      <dgm:spPr/>
    </dgm:pt>
    <dgm:pt modelId="{64F97366-7E40-4C10-BAE1-C89334AA38A6}" type="pres">
      <dgm:prSet presAssocID="{8C8530AB-48D7-43FB-9ECB-A842EB991E37}" presName="spacer" presStyleCnt="0"/>
      <dgm:spPr/>
    </dgm:pt>
    <dgm:pt modelId="{B967DDE5-DB5A-440A-B5E6-DA509D95CE9E}" type="pres">
      <dgm:prSet presAssocID="{BFF6174E-5010-46A3-8363-382DD2B2D5CA}" presName="parentText" presStyleLbl="node1" presStyleIdx="4" presStyleCnt="19">
        <dgm:presLayoutVars>
          <dgm:chMax val="0"/>
          <dgm:bulletEnabled val="1"/>
        </dgm:presLayoutVars>
      </dgm:prSet>
      <dgm:spPr/>
    </dgm:pt>
    <dgm:pt modelId="{11610EC4-9625-4CD8-8C3B-04D3382155AA}" type="pres">
      <dgm:prSet presAssocID="{FE044B52-12A4-4525-8054-BE52DC322FE9}" presName="spacer" presStyleCnt="0"/>
      <dgm:spPr/>
    </dgm:pt>
    <dgm:pt modelId="{ADD74D8B-F068-487A-AADF-58F2808FE2BD}" type="pres">
      <dgm:prSet presAssocID="{8A8806D3-2C6F-4DD6-BF57-8DC203D29CE0}" presName="parentText" presStyleLbl="node1" presStyleIdx="5" presStyleCnt="19">
        <dgm:presLayoutVars>
          <dgm:chMax val="0"/>
          <dgm:bulletEnabled val="1"/>
        </dgm:presLayoutVars>
      </dgm:prSet>
      <dgm:spPr/>
    </dgm:pt>
    <dgm:pt modelId="{5E2442AD-EDF1-4BF1-81A4-6C1DCCB8A673}" type="pres">
      <dgm:prSet presAssocID="{7DAAB169-60E8-4BBF-AD84-B963BF041B3E}" presName="spacer" presStyleCnt="0"/>
      <dgm:spPr/>
    </dgm:pt>
    <dgm:pt modelId="{F52989CA-7AEB-471D-A62E-BC7B24A83212}" type="pres">
      <dgm:prSet presAssocID="{0A302D68-746E-4981-9E97-16313D11C50A}" presName="parentText" presStyleLbl="node1" presStyleIdx="6" presStyleCnt="19">
        <dgm:presLayoutVars>
          <dgm:chMax val="0"/>
          <dgm:bulletEnabled val="1"/>
        </dgm:presLayoutVars>
      </dgm:prSet>
      <dgm:spPr/>
    </dgm:pt>
    <dgm:pt modelId="{4D0295DA-06A4-4417-AD86-2883AECBEBF3}" type="pres">
      <dgm:prSet presAssocID="{F0162ACE-F323-41E5-BB27-9B9CD985E660}" presName="spacer" presStyleCnt="0"/>
      <dgm:spPr/>
    </dgm:pt>
    <dgm:pt modelId="{989E8072-17EF-47AB-BA7E-1F7179BFE423}" type="pres">
      <dgm:prSet presAssocID="{49B7D1B1-9901-4FD9-A1D5-834C77FDAE86}" presName="parentText" presStyleLbl="node1" presStyleIdx="7" presStyleCnt="19">
        <dgm:presLayoutVars>
          <dgm:chMax val="0"/>
          <dgm:bulletEnabled val="1"/>
        </dgm:presLayoutVars>
      </dgm:prSet>
      <dgm:spPr/>
    </dgm:pt>
    <dgm:pt modelId="{067D9B16-E158-44F5-9028-FADB0185C6D7}" type="pres">
      <dgm:prSet presAssocID="{9AD1CC5B-1F72-45D3-A2B1-A7FA27F036D7}" presName="spacer" presStyleCnt="0"/>
      <dgm:spPr/>
    </dgm:pt>
    <dgm:pt modelId="{BABBCADE-6D61-41FD-B328-C81337AA8A3F}" type="pres">
      <dgm:prSet presAssocID="{33E15815-2ABD-46EF-886F-46752E40D6C4}" presName="parentText" presStyleLbl="node1" presStyleIdx="8" presStyleCnt="19">
        <dgm:presLayoutVars>
          <dgm:chMax val="0"/>
          <dgm:bulletEnabled val="1"/>
        </dgm:presLayoutVars>
      </dgm:prSet>
      <dgm:spPr/>
    </dgm:pt>
    <dgm:pt modelId="{9D3D51F4-9254-4E0E-9DF2-E60F7684C15E}" type="pres">
      <dgm:prSet presAssocID="{489A1E1D-82B1-4C9C-B9A7-2917FB9DD8C6}" presName="spacer" presStyleCnt="0"/>
      <dgm:spPr/>
    </dgm:pt>
    <dgm:pt modelId="{23AF6B4F-673C-4066-B2DC-5FD2FD851858}" type="pres">
      <dgm:prSet presAssocID="{FAD11726-8643-4C08-8A4E-37EA4BEB7BBF}" presName="parentText" presStyleLbl="node1" presStyleIdx="9" presStyleCnt="19">
        <dgm:presLayoutVars>
          <dgm:chMax val="0"/>
          <dgm:bulletEnabled val="1"/>
        </dgm:presLayoutVars>
      </dgm:prSet>
      <dgm:spPr/>
    </dgm:pt>
    <dgm:pt modelId="{2632835C-7C1E-42EC-8FB1-33FD179CD6F2}" type="pres">
      <dgm:prSet presAssocID="{BEBCC96F-3BCB-4C55-960F-8738D99681EF}" presName="spacer" presStyleCnt="0"/>
      <dgm:spPr/>
    </dgm:pt>
    <dgm:pt modelId="{AB8CA142-23ED-4495-ADAC-4C99BF75078B}" type="pres">
      <dgm:prSet presAssocID="{5ED68AB0-C9D1-401D-AD21-CF0353FE11BF}" presName="parentText" presStyleLbl="node1" presStyleIdx="10" presStyleCnt="19">
        <dgm:presLayoutVars>
          <dgm:chMax val="0"/>
          <dgm:bulletEnabled val="1"/>
        </dgm:presLayoutVars>
      </dgm:prSet>
      <dgm:spPr/>
    </dgm:pt>
    <dgm:pt modelId="{AD182CCC-C6DE-487D-9B35-DB6A3CEF8434}" type="pres">
      <dgm:prSet presAssocID="{9CFF5160-4958-4436-8471-9F0792A8B455}" presName="spacer" presStyleCnt="0"/>
      <dgm:spPr/>
    </dgm:pt>
    <dgm:pt modelId="{4B3A27BC-6270-40A3-B084-32B67B1CCE67}" type="pres">
      <dgm:prSet presAssocID="{9DB9CE65-1A66-4E76-B57E-99C2B1AD7656}" presName="parentText" presStyleLbl="node1" presStyleIdx="11" presStyleCnt="19">
        <dgm:presLayoutVars>
          <dgm:chMax val="0"/>
          <dgm:bulletEnabled val="1"/>
        </dgm:presLayoutVars>
      </dgm:prSet>
      <dgm:spPr/>
    </dgm:pt>
    <dgm:pt modelId="{3C6EF5E4-8E1C-4B46-AF2F-E2371CBE3E49}" type="pres">
      <dgm:prSet presAssocID="{B0EE9AF5-E7AF-45E1-9D18-0C54CEB30641}" presName="spacer" presStyleCnt="0"/>
      <dgm:spPr/>
    </dgm:pt>
    <dgm:pt modelId="{2933DA99-D23A-4A5B-B663-7F0F6B5DA69C}" type="pres">
      <dgm:prSet presAssocID="{23B29471-0C43-4A8C-9040-721910AE0D70}" presName="parentText" presStyleLbl="node1" presStyleIdx="12" presStyleCnt="19">
        <dgm:presLayoutVars>
          <dgm:chMax val="0"/>
          <dgm:bulletEnabled val="1"/>
        </dgm:presLayoutVars>
      </dgm:prSet>
      <dgm:spPr/>
    </dgm:pt>
    <dgm:pt modelId="{012A52B9-999E-4659-970B-4B5F0EEA74FA}" type="pres">
      <dgm:prSet presAssocID="{EEBC28CD-4F0E-49BC-84D1-0CCAEC607652}" presName="spacer" presStyleCnt="0"/>
      <dgm:spPr/>
    </dgm:pt>
    <dgm:pt modelId="{B7855826-6A46-4529-9B23-7900C44006D7}" type="pres">
      <dgm:prSet presAssocID="{9A2BE1C1-F9E8-4430-B718-391E3D6E10BB}" presName="parentText" presStyleLbl="node1" presStyleIdx="13" presStyleCnt="19">
        <dgm:presLayoutVars>
          <dgm:chMax val="0"/>
          <dgm:bulletEnabled val="1"/>
        </dgm:presLayoutVars>
      </dgm:prSet>
      <dgm:spPr/>
    </dgm:pt>
    <dgm:pt modelId="{7A09CD32-5340-4DD2-810B-BF30905EA895}" type="pres">
      <dgm:prSet presAssocID="{1B1A1434-16DE-45AF-88CB-4D611C27AF09}" presName="spacer" presStyleCnt="0"/>
      <dgm:spPr/>
    </dgm:pt>
    <dgm:pt modelId="{5A9D059D-2BDF-4A07-9A20-38549032F069}" type="pres">
      <dgm:prSet presAssocID="{965D09F4-E47E-4C8B-8203-F1054ED50BD3}" presName="parentText" presStyleLbl="node1" presStyleIdx="14" presStyleCnt="19">
        <dgm:presLayoutVars>
          <dgm:chMax val="0"/>
          <dgm:bulletEnabled val="1"/>
        </dgm:presLayoutVars>
      </dgm:prSet>
      <dgm:spPr/>
    </dgm:pt>
    <dgm:pt modelId="{A3CEA271-ECA6-48D3-BA9C-D01348A3C4A9}" type="pres">
      <dgm:prSet presAssocID="{193D9BE1-346E-422E-AC87-5E76C79FA6D1}" presName="spacer" presStyleCnt="0"/>
      <dgm:spPr/>
    </dgm:pt>
    <dgm:pt modelId="{F0F25894-DD64-4995-9853-C2957FF01BE1}" type="pres">
      <dgm:prSet presAssocID="{1DE4AF69-08F6-45EC-B496-A38012833799}" presName="parentText" presStyleLbl="node1" presStyleIdx="15" presStyleCnt="19">
        <dgm:presLayoutVars>
          <dgm:chMax val="0"/>
          <dgm:bulletEnabled val="1"/>
        </dgm:presLayoutVars>
      </dgm:prSet>
      <dgm:spPr/>
    </dgm:pt>
    <dgm:pt modelId="{E2502021-9DB0-4735-8027-F7FD01E8C4BE}" type="pres">
      <dgm:prSet presAssocID="{543F786D-9255-4113-904B-6A6090496C79}" presName="spacer" presStyleCnt="0"/>
      <dgm:spPr/>
    </dgm:pt>
    <dgm:pt modelId="{0A1D9979-4CA3-4720-987A-A6CB85994C82}" type="pres">
      <dgm:prSet presAssocID="{37F2E8FF-C706-4686-9EBF-D5142F1B75E7}" presName="parentText" presStyleLbl="node1" presStyleIdx="16" presStyleCnt="19">
        <dgm:presLayoutVars>
          <dgm:chMax val="0"/>
          <dgm:bulletEnabled val="1"/>
        </dgm:presLayoutVars>
      </dgm:prSet>
      <dgm:spPr/>
    </dgm:pt>
    <dgm:pt modelId="{FD532892-6972-4480-ACE3-A9357F8A2D68}" type="pres">
      <dgm:prSet presAssocID="{0CE38BFB-6C04-4826-BC55-1A6D1966E3A8}" presName="spacer" presStyleCnt="0"/>
      <dgm:spPr/>
    </dgm:pt>
    <dgm:pt modelId="{DAE7DC1D-BC96-4B25-8265-A7C0B615E69C}" type="pres">
      <dgm:prSet presAssocID="{6932876C-D5E8-47D4-BEA1-FEC08BAB4E14}" presName="parentText" presStyleLbl="node1" presStyleIdx="17" presStyleCnt="19">
        <dgm:presLayoutVars>
          <dgm:chMax val="0"/>
          <dgm:bulletEnabled val="1"/>
        </dgm:presLayoutVars>
      </dgm:prSet>
      <dgm:spPr/>
    </dgm:pt>
    <dgm:pt modelId="{E3BBBB37-2BE9-4FCE-84D3-DC67356460EE}" type="pres">
      <dgm:prSet presAssocID="{08B7C7D9-7554-4342-B5C1-45D55FBA8B86}" presName="spacer" presStyleCnt="0"/>
      <dgm:spPr/>
    </dgm:pt>
    <dgm:pt modelId="{5E866C70-2C90-488C-99EA-6339C92B1C7B}" type="pres">
      <dgm:prSet presAssocID="{8BA539D8-5A3C-4AC3-A4D5-02B62541528C}" presName="parentText" presStyleLbl="node1" presStyleIdx="18" presStyleCnt="19">
        <dgm:presLayoutVars>
          <dgm:chMax val="0"/>
          <dgm:bulletEnabled val="1"/>
        </dgm:presLayoutVars>
      </dgm:prSet>
      <dgm:spPr/>
    </dgm:pt>
  </dgm:ptLst>
  <dgm:cxnLst>
    <dgm:cxn modelId="{97327D06-CFAC-491A-83FD-9269A9A5DCC6}" srcId="{0CDFCBC1-AE8C-47CC-9B2F-084536F7FF97}" destId="{49B7D1B1-9901-4FD9-A1D5-834C77FDAE86}" srcOrd="7" destOrd="0" parTransId="{82237812-334A-4DD0-954D-948E800F4E9D}" sibTransId="{9AD1CC5B-1F72-45D3-A2B1-A7FA27F036D7}"/>
    <dgm:cxn modelId="{4C086610-848A-4D56-8CA6-B96EBBE554A1}" type="presOf" srcId="{082634B0-F1B8-4708-A298-97BC61C09829}" destId="{B35D1F44-0183-4811-96D7-34AD5E061376}" srcOrd="0" destOrd="0" presId="urn:microsoft.com/office/officeart/2005/8/layout/vList2"/>
    <dgm:cxn modelId="{8582A811-7FE3-4976-8EB3-FE2A5ED2FBB1}" type="presOf" srcId="{37F2E8FF-C706-4686-9EBF-D5142F1B75E7}" destId="{0A1D9979-4CA3-4720-987A-A6CB85994C82}" srcOrd="0" destOrd="0" presId="urn:microsoft.com/office/officeart/2005/8/layout/vList2"/>
    <dgm:cxn modelId="{E69F6F1C-A471-4B4E-9AEF-AE975A51553D}" type="presOf" srcId="{8A8806D3-2C6F-4DD6-BF57-8DC203D29CE0}" destId="{ADD74D8B-F068-487A-AADF-58F2808FE2BD}" srcOrd="0" destOrd="0" presId="urn:microsoft.com/office/officeart/2005/8/layout/vList2"/>
    <dgm:cxn modelId="{930AD726-B29C-4FAF-B187-B123690CD2DE}" srcId="{0CDFCBC1-AE8C-47CC-9B2F-084536F7FF97}" destId="{8A8806D3-2C6F-4DD6-BF57-8DC203D29CE0}" srcOrd="5" destOrd="0" parTransId="{92C25F88-C48B-436F-98AE-DF6B6D7ED13C}" sibTransId="{7DAAB169-60E8-4BBF-AD84-B963BF041B3E}"/>
    <dgm:cxn modelId="{CB63ED2A-9CAB-4455-9BA8-38E49E82F295}" type="presOf" srcId="{8BA539D8-5A3C-4AC3-A4D5-02B62541528C}" destId="{5E866C70-2C90-488C-99EA-6339C92B1C7B}" srcOrd="0" destOrd="0" presId="urn:microsoft.com/office/officeart/2005/8/layout/vList2"/>
    <dgm:cxn modelId="{DF84F231-A63E-46E2-96BB-97CA7E63DD01}" type="presOf" srcId="{1DE4AF69-08F6-45EC-B496-A38012833799}" destId="{F0F25894-DD64-4995-9853-C2957FF01BE1}" srcOrd="0" destOrd="0" presId="urn:microsoft.com/office/officeart/2005/8/layout/vList2"/>
    <dgm:cxn modelId="{03D3C83F-994B-4521-9D20-F0E1E63EB82E}" srcId="{0CDFCBC1-AE8C-47CC-9B2F-084536F7FF97}" destId="{D8084434-7EEB-4B1F-9115-B745B4D2D828}" srcOrd="1" destOrd="0" parTransId="{E816CCC1-4851-45A9-B836-FB984C062AA3}" sibTransId="{651D4AED-1710-40AD-AA2D-4CF0CF55F747}"/>
    <dgm:cxn modelId="{715DD069-3566-4E63-B81B-D4A223C313A2}" type="presOf" srcId="{5ED68AB0-C9D1-401D-AD21-CF0353FE11BF}" destId="{AB8CA142-23ED-4495-ADAC-4C99BF75078B}" srcOrd="0" destOrd="0" presId="urn:microsoft.com/office/officeart/2005/8/layout/vList2"/>
    <dgm:cxn modelId="{8183444B-A3DB-47DB-80C5-092CB743D6CC}" type="presOf" srcId="{BFF6174E-5010-46A3-8363-382DD2B2D5CA}" destId="{B967DDE5-DB5A-440A-B5E6-DA509D95CE9E}" srcOrd="0" destOrd="0" presId="urn:microsoft.com/office/officeart/2005/8/layout/vList2"/>
    <dgm:cxn modelId="{7E53ED6D-F80B-4812-BD92-7ACB421B3861}" type="presOf" srcId="{49B7D1B1-9901-4FD9-A1D5-834C77FDAE86}" destId="{989E8072-17EF-47AB-BA7E-1F7179BFE423}" srcOrd="0" destOrd="0" presId="urn:microsoft.com/office/officeart/2005/8/layout/vList2"/>
    <dgm:cxn modelId="{1D7F8E6E-30CD-4243-A905-6C253BF68730}" srcId="{0CDFCBC1-AE8C-47CC-9B2F-084536F7FF97}" destId="{37F2E8FF-C706-4686-9EBF-D5142F1B75E7}" srcOrd="16" destOrd="0" parTransId="{D00A37B9-1EB4-423D-98A2-F2285CC5D585}" sibTransId="{0CE38BFB-6C04-4826-BC55-1A6D1966E3A8}"/>
    <dgm:cxn modelId="{49B21172-5870-476A-8E4B-8A90FA1341E8}" type="presOf" srcId="{23B29471-0C43-4A8C-9040-721910AE0D70}" destId="{2933DA99-D23A-4A5B-B663-7F0F6B5DA69C}" srcOrd="0" destOrd="0" presId="urn:microsoft.com/office/officeart/2005/8/layout/vList2"/>
    <dgm:cxn modelId="{46AA8972-F7FF-46D9-8B71-F3D0BCCB30BB}" srcId="{0CDFCBC1-AE8C-47CC-9B2F-084536F7FF97}" destId="{9DB9CE65-1A66-4E76-B57E-99C2B1AD7656}" srcOrd="11" destOrd="0" parTransId="{57785B2A-2E3F-4B97-B057-B2F75F61F6CA}" sibTransId="{B0EE9AF5-E7AF-45E1-9D18-0C54CEB30641}"/>
    <dgm:cxn modelId="{B2408A57-53DD-4D9A-BFE0-09964A5D1F18}" type="presOf" srcId="{33E15815-2ABD-46EF-886F-46752E40D6C4}" destId="{BABBCADE-6D61-41FD-B328-C81337AA8A3F}" srcOrd="0" destOrd="0" presId="urn:microsoft.com/office/officeart/2005/8/layout/vList2"/>
    <dgm:cxn modelId="{C6251C7C-D84A-483B-89CD-5FA39FF8D623}" srcId="{0CDFCBC1-AE8C-47CC-9B2F-084536F7FF97}" destId="{33E15815-2ABD-46EF-886F-46752E40D6C4}" srcOrd="8" destOrd="0" parTransId="{2A046917-3E10-4E28-881B-997EFFDA9996}" sibTransId="{489A1E1D-82B1-4C9C-B9A7-2917FB9DD8C6}"/>
    <dgm:cxn modelId="{4E04EE7C-56F5-445A-ACA4-C7533A1A3CB9}" srcId="{0CDFCBC1-AE8C-47CC-9B2F-084536F7FF97}" destId="{3EC4D999-D053-4AB0-94B9-1B72C019D26D}" srcOrd="2" destOrd="0" parTransId="{7FAE472E-19EA-475E-B85A-75827AE2D996}" sibTransId="{A095FE57-3820-4D6F-A8B3-6211167E122A}"/>
    <dgm:cxn modelId="{F34FF17D-7DF5-4AD1-A6AD-FD40AAC11898}" type="presOf" srcId="{9A2BE1C1-F9E8-4430-B718-391E3D6E10BB}" destId="{B7855826-6A46-4529-9B23-7900C44006D7}" srcOrd="0" destOrd="0" presId="urn:microsoft.com/office/officeart/2005/8/layout/vList2"/>
    <dgm:cxn modelId="{851F1482-0355-44E9-97CC-9852062A4929}" type="presOf" srcId="{965D09F4-E47E-4C8B-8203-F1054ED50BD3}" destId="{5A9D059D-2BDF-4A07-9A20-38549032F069}" srcOrd="0" destOrd="0" presId="urn:microsoft.com/office/officeart/2005/8/layout/vList2"/>
    <dgm:cxn modelId="{EAC88382-4D3D-4004-ACCC-94058E679893}" type="presOf" srcId="{0CDFCBC1-AE8C-47CC-9B2F-084536F7FF97}" destId="{A5B45A1B-E31D-4988-A260-F7B808A73360}" srcOrd="0" destOrd="0" presId="urn:microsoft.com/office/officeart/2005/8/layout/vList2"/>
    <dgm:cxn modelId="{4ECE3C84-0BB8-4386-8927-CD20FAB15D81}" srcId="{0CDFCBC1-AE8C-47CC-9B2F-084536F7FF97}" destId="{5ED68AB0-C9D1-401D-AD21-CF0353FE11BF}" srcOrd="10" destOrd="0" parTransId="{4EE95A26-6031-41C5-A4BA-BE8F7C4D1F1E}" sibTransId="{9CFF5160-4958-4436-8471-9F0792A8B455}"/>
    <dgm:cxn modelId="{841DA486-AD92-4B19-AEDD-DF4AED58868C}" type="presOf" srcId="{747718DB-1B94-43FA-9355-5A4291D225AF}" destId="{DBF2A84B-2A29-4230-8659-8703A7F31ED2}" srcOrd="0" destOrd="0" presId="urn:microsoft.com/office/officeart/2005/8/layout/vList2"/>
    <dgm:cxn modelId="{90230C8E-9A2C-4C38-959D-6FFDB907248A}" srcId="{0CDFCBC1-AE8C-47CC-9B2F-084536F7FF97}" destId="{0A302D68-746E-4981-9E97-16313D11C50A}" srcOrd="6" destOrd="0" parTransId="{3B3934ED-8234-4008-9E16-65B369EB8734}" sibTransId="{F0162ACE-F323-41E5-BB27-9B9CD985E660}"/>
    <dgm:cxn modelId="{7A77E996-A241-48D8-B7B2-DF7091F26C89}" srcId="{0CDFCBC1-AE8C-47CC-9B2F-084536F7FF97}" destId="{6932876C-D5E8-47D4-BEA1-FEC08BAB4E14}" srcOrd="17" destOrd="0" parTransId="{73C0DC0F-F581-49DE-A31A-2A0FB7A5C5FE}" sibTransId="{08B7C7D9-7554-4342-B5C1-45D55FBA8B86}"/>
    <dgm:cxn modelId="{3660C4A2-3747-4603-AE59-15DB0D54350E}" srcId="{0CDFCBC1-AE8C-47CC-9B2F-084536F7FF97}" destId="{23B29471-0C43-4A8C-9040-721910AE0D70}" srcOrd="12" destOrd="0" parTransId="{096562F6-4582-45EE-A335-FE8C6CC9B4B4}" sibTransId="{EEBC28CD-4F0E-49BC-84D1-0CCAEC607652}"/>
    <dgm:cxn modelId="{B20FBFA8-CAE0-4AAA-B5BA-AA9758070651}" type="presOf" srcId="{3EC4D999-D053-4AB0-94B9-1B72C019D26D}" destId="{FF005081-1E3F-432A-BB5F-01D605EDA6BE}" srcOrd="0" destOrd="0" presId="urn:microsoft.com/office/officeart/2005/8/layout/vList2"/>
    <dgm:cxn modelId="{C14533AF-917E-4493-B134-73FA68C1B7BD}" srcId="{0CDFCBC1-AE8C-47CC-9B2F-084536F7FF97}" destId="{FAD11726-8643-4C08-8A4E-37EA4BEB7BBF}" srcOrd="9" destOrd="0" parTransId="{748F99DB-2853-4603-99AC-91CBA19298DB}" sibTransId="{BEBCC96F-3BCB-4C55-960F-8738D99681EF}"/>
    <dgm:cxn modelId="{5F5A40B0-93A4-46EB-8A55-A074FAB85889}" srcId="{0CDFCBC1-AE8C-47CC-9B2F-084536F7FF97}" destId="{9A2BE1C1-F9E8-4430-B718-391E3D6E10BB}" srcOrd="13" destOrd="0" parTransId="{F90DFC71-44F1-499A-84CB-97F479F142D9}" sibTransId="{1B1A1434-16DE-45AF-88CB-4D611C27AF09}"/>
    <dgm:cxn modelId="{34D7E6C3-E552-4EE6-995A-C097900D64FE}" srcId="{0CDFCBC1-AE8C-47CC-9B2F-084536F7FF97}" destId="{1DE4AF69-08F6-45EC-B496-A38012833799}" srcOrd="15" destOrd="0" parTransId="{28B247E1-3D30-4432-94D3-A9B15E7943D1}" sibTransId="{543F786D-9255-4113-904B-6A6090496C79}"/>
    <dgm:cxn modelId="{30B82ECC-3266-4193-BF8C-B6A037313AAB}" srcId="{0CDFCBC1-AE8C-47CC-9B2F-084536F7FF97}" destId="{8BA539D8-5A3C-4AC3-A4D5-02B62541528C}" srcOrd="18" destOrd="0" parTransId="{63DE6CDA-29FF-467F-8CBD-892284ACDCE0}" sibTransId="{39DB2363-C427-47CD-86A4-C8009EB3749D}"/>
    <dgm:cxn modelId="{352BABD9-5C5F-4FF6-B3D9-18476797CF98}" type="presOf" srcId="{FAD11726-8643-4C08-8A4E-37EA4BEB7BBF}" destId="{23AF6B4F-673C-4066-B2DC-5FD2FD851858}" srcOrd="0" destOrd="0" presId="urn:microsoft.com/office/officeart/2005/8/layout/vList2"/>
    <dgm:cxn modelId="{965722DA-24CE-4D8B-8C75-A636C8D3B676}" srcId="{0CDFCBC1-AE8C-47CC-9B2F-084536F7FF97}" destId="{082634B0-F1B8-4708-A298-97BC61C09829}" srcOrd="0" destOrd="0" parTransId="{2819EA3D-AE4E-4443-A667-38F3D495DF9E}" sibTransId="{424549B2-B98B-4FB8-ADB2-9BE784D06C1C}"/>
    <dgm:cxn modelId="{B48915DB-04F4-4EBE-87B2-7E0130A0E860}" srcId="{0CDFCBC1-AE8C-47CC-9B2F-084536F7FF97}" destId="{747718DB-1B94-43FA-9355-5A4291D225AF}" srcOrd="3" destOrd="0" parTransId="{A3CF34CA-CEE3-4F87-93D0-687FE6F73201}" sibTransId="{8C8530AB-48D7-43FB-9ECB-A842EB991E37}"/>
    <dgm:cxn modelId="{18F623DB-AEB0-48AD-A989-DB59AD357B23}" type="presOf" srcId="{6932876C-D5E8-47D4-BEA1-FEC08BAB4E14}" destId="{DAE7DC1D-BC96-4B25-8265-A7C0B615E69C}" srcOrd="0" destOrd="0" presId="urn:microsoft.com/office/officeart/2005/8/layout/vList2"/>
    <dgm:cxn modelId="{8AD546DD-68D3-4829-A5EC-4F2A19E0A5BC}" type="presOf" srcId="{9DB9CE65-1A66-4E76-B57E-99C2B1AD7656}" destId="{4B3A27BC-6270-40A3-B084-32B67B1CCE67}" srcOrd="0" destOrd="0" presId="urn:microsoft.com/office/officeart/2005/8/layout/vList2"/>
    <dgm:cxn modelId="{A502E2E0-DDDD-491B-A9D6-E9B663866DD4}" srcId="{0CDFCBC1-AE8C-47CC-9B2F-084536F7FF97}" destId="{BFF6174E-5010-46A3-8363-382DD2B2D5CA}" srcOrd="4" destOrd="0" parTransId="{E061AE70-7F3B-46D9-A253-51D610ADC1B6}" sibTransId="{FE044B52-12A4-4525-8054-BE52DC322FE9}"/>
    <dgm:cxn modelId="{5D7376E1-C8EB-4C24-93B1-05712E7430C3}" type="presOf" srcId="{D8084434-7EEB-4B1F-9115-B745B4D2D828}" destId="{03E45982-6E58-45F9-8A9D-42A90B0559CD}" srcOrd="0" destOrd="0" presId="urn:microsoft.com/office/officeart/2005/8/layout/vList2"/>
    <dgm:cxn modelId="{D0DA90EF-87DD-4DD7-B992-6E61ACE43AE7}" srcId="{0CDFCBC1-AE8C-47CC-9B2F-084536F7FF97}" destId="{965D09F4-E47E-4C8B-8203-F1054ED50BD3}" srcOrd="14" destOrd="0" parTransId="{CC76015A-9FCB-4931-B002-6AB3051D7A40}" sibTransId="{193D9BE1-346E-422E-AC87-5E76C79FA6D1}"/>
    <dgm:cxn modelId="{1884E1F9-38D0-4965-B17A-A5D76301823E}" type="presOf" srcId="{0A302D68-746E-4981-9E97-16313D11C50A}" destId="{F52989CA-7AEB-471D-A62E-BC7B24A83212}" srcOrd="0" destOrd="0" presId="urn:microsoft.com/office/officeart/2005/8/layout/vList2"/>
    <dgm:cxn modelId="{F529B4FE-B861-401F-894C-EC665329A3F9}" type="presParOf" srcId="{A5B45A1B-E31D-4988-A260-F7B808A73360}" destId="{B35D1F44-0183-4811-96D7-34AD5E061376}" srcOrd="0" destOrd="0" presId="urn:microsoft.com/office/officeart/2005/8/layout/vList2"/>
    <dgm:cxn modelId="{EB98825C-729C-4255-A44E-3F6B5112BC99}" type="presParOf" srcId="{A5B45A1B-E31D-4988-A260-F7B808A73360}" destId="{A9321C1C-DC1E-4BB3-B25F-C846E7CF748C}" srcOrd="1" destOrd="0" presId="urn:microsoft.com/office/officeart/2005/8/layout/vList2"/>
    <dgm:cxn modelId="{8AB11A57-F0A1-4FAD-873D-30F5F242290A}" type="presParOf" srcId="{A5B45A1B-E31D-4988-A260-F7B808A73360}" destId="{03E45982-6E58-45F9-8A9D-42A90B0559CD}" srcOrd="2" destOrd="0" presId="urn:microsoft.com/office/officeart/2005/8/layout/vList2"/>
    <dgm:cxn modelId="{9B1537AB-A5AF-4FFE-9472-04E2C01375F5}" type="presParOf" srcId="{A5B45A1B-E31D-4988-A260-F7B808A73360}" destId="{2CA882B1-B975-430F-AB8F-4880CD146589}" srcOrd="3" destOrd="0" presId="urn:microsoft.com/office/officeart/2005/8/layout/vList2"/>
    <dgm:cxn modelId="{02ADB05D-2C34-4DFA-95E9-CD0C35BDB131}" type="presParOf" srcId="{A5B45A1B-E31D-4988-A260-F7B808A73360}" destId="{FF005081-1E3F-432A-BB5F-01D605EDA6BE}" srcOrd="4" destOrd="0" presId="urn:microsoft.com/office/officeart/2005/8/layout/vList2"/>
    <dgm:cxn modelId="{550719C1-7C41-4FCA-B0B7-2310E2E1C52E}" type="presParOf" srcId="{A5B45A1B-E31D-4988-A260-F7B808A73360}" destId="{618043A8-CB4E-427B-BF69-61F595530E3F}" srcOrd="5" destOrd="0" presId="urn:microsoft.com/office/officeart/2005/8/layout/vList2"/>
    <dgm:cxn modelId="{99608878-5D07-4C7E-8BFA-9ABA583B7FAC}" type="presParOf" srcId="{A5B45A1B-E31D-4988-A260-F7B808A73360}" destId="{DBF2A84B-2A29-4230-8659-8703A7F31ED2}" srcOrd="6" destOrd="0" presId="urn:microsoft.com/office/officeart/2005/8/layout/vList2"/>
    <dgm:cxn modelId="{DB0D31DB-3019-4375-BD23-A8FFD2E03174}" type="presParOf" srcId="{A5B45A1B-E31D-4988-A260-F7B808A73360}" destId="{64F97366-7E40-4C10-BAE1-C89334AA38A6}" srcOrd="7" destOrd="0" presId="urn:microsoft.com/office/officeart/2005/8/layout/vList2"/>
    <dgm:cxn modelId="{47DFB515-4FA4-4CF5-86D4-29071B0BE880}" type="presParOf" srcId="{A5B45A1B-E31D-4988-A260-F7B808A73360}" destId="{B967DDE5-DB5A-440A-B5E6-DA509D95CE9E}" srcOrd="8" destOrd="0" presId="urn:microsoft.com/office/officeart/2005/8/layout/vList2"/>
    <dgm:cxn modelId="{A5FF61B5-0ABC-430A-87D9-230BDC878E17}" type="presParOf" srcId="{A5B45A1B-E31D-4988-A260-F7B808A73360}" destId="{11610EC4-9625-4CD8-8C3B-04D3382155AA}" srcOrd="9" destOrd="0" presId="urn:microsoft.com/office/officeart/2005/8/layout/vList2"/>
    <dgm:cxn modelId="{7654108E-BB55-4BC6-A76B-1DBE48C861EC}" type="presParOf" srcId="{A5B45A1B-E31D-4988-A260-F7B808A73360}" destId="{ADD74D8B-F068-487A-AADF-58F2808FE2BD}" srcOrd="10" destOrd="0" presId="urn:microsoft.com/office/officeart/2005/8/layout/vList2"/>
    <dgm:cxn modelId="{96779C0E-C53C-47CF-83A8-1ACFDE970A03}" type="presParOf" srcId="{A5B45A1B-E31D-4988-A260-F7B808A73360}" destId="{5E2442AD-EDF1-4BF1-81A4-6C1DCCB8A673}" srcOrd="11" destOrd="0" presId="urn:microsoft.com/office/officeart/2005/8/layout/vList2"/>
    <dgm:cxn modelId="{DF7BE9D6-FFDB-4ACD-A4F7-78C4256F7665}" type="presParOf" srcId="{A5B45A1B-E31D-4988-A260-F7B808A73360}" destId="{F52989CA-7AEB-471D-A62E-BC7B24A83212}" srcOrd="12" destOrd="0" presId="urn:microsoft.com/office/officeart/2005/8/layout/vList2"/>
    <dgm:cxn modelId="{D3FA510B-5F83-4F2C-9AC3-BA4ACD79E3FE}" type="presParOf" srcId="{A5B45A1B-E31D-4988-A260-F7B808A73360}" destId="{4D0295DA-06A4-4417-AD86-2883AECBEBF3}" srcOrd="13" destOrd="0" presId="urn:microsoft.com/office/officeart/2005/8/layout/vList2"/>
    <dgm:cxn modelId="{6EE4AB2C-464C-4FAB-BE99-89F131EA8EC4}" type="presParOf" srcId="{A5B45A1B-E31D-4988-A260-F7B808A73360}" destId="{989E8072-17EF-47AB-BA7E-1F7179BFE423}" srcOrd="14" destOrd="0" presId="urn:microsoft.com/office/officeart/2005/8/layout/vList2"/>
    <dgm:cxn modelId="{8C38DBEA-CEB7-413D-8D4D-B9302FAAF1BB}" type="presParOf" srcId="{A5B45A1B-E31D-4988-A260-F7B808A73360}" destId="{067D9B16-E158-44F5-9028-FADB0185C6D7}" srcOrd="15" destOrd="0" presId="urn:microsoft.com/office/officeart/2005/8/layout/vList2"/>
    <dgm:cxn modelId="{315D9253-9389-4145-884D-B9DDAD72C69C}" type="presParOf" srcId="{A5B45A1B-E31D-4988-A260-F7B808A73360}" destId="{BABBCADE-6D61-41FD-B328-C81337AA8A3F}" srcOrd="16" destOrd="0" presId="urn:microsoft.com/office/officeart/2005/8/layout/vList2"/>
    <dgm:cxn modelId="{2B126663-2DE6-4736-9456-04E5265F9E52}" type="presParOf" srcId="{A5B45A1B-E31D-4988-A260-F7B808A73360}" destId="{9D3D51F4-9254-4E0E-9DF2-E60F7684C15E}" srcOrd="17" destOrd="0" presId="urn:microsoft.com/office/officeart/2005/8/layout/vList2"/>
    <dgm:cxn modelId="{8DDF3343-B4C8-4E3B-A823-90E70855EF5B}" type="presParOf" srcId="{A5B45A1B-E31D-4988-A260-F7B808A73360}" destId="{23AF6B4F-673C-4066-B2DC-5FD2FD851858}" srcOrd="18" destOrd="0" presId="urn:microsoft.com/office/officeart/2005/8/layout/vList2"/>
    <dgm:cxn modelId="{DA902652-1DBE-414B-A754-1EB0805D6823}" type="presParOf" srcId="{A5B45A1B-E31D-4988-A260-F7B808A73360}" destId="{2632835C-7C1E-42EC-8FB1-33FD179CD6F2}" srcOrd="19" destOrd="0" presId="urn:microsoft.com/office/officeart/2005/8/layout/vList2"/>
    <dgm:cxn modelId="{A643EE5E-C0D8-4613-A383-EC96BED9D5C7}" type="presParOf" srcId="{A5B45A1B-E31D-4988-A260-F7B808A73360}" destId="{AB8CA142-23ED-4495-ADAC-4C99BF75078B}" srcOrd="20" destOrd="0" presId="urn:microsoft.com/office/officeart/2005/8/layout/vList2"/>
    <dgm:cxn modelId="{D829580B-C728-48C7-A74D-EBEDCCFF2ADF}" type="presParOf" srcId="{A5B45A1B-E31D-4988-A260-F7B808A73360}" destId="{AD182CCC-C6DE-487D-9B35-DB6A3CEF8434}" srcOrd="21" destOrd="0" presId="urn:microsoft.com/office/officeart/2005/8/layout/vList2"/>
    <dgm:cxn modelId="{6D5012FE-69F0-4F54-AE68-DD4F6ECEA1CF}" type="presParOf" srcId="{A5B45A1B-E31D-4988-A260-F7B808A73360}" destId="{4B3A27BC-6270-40A3-B084-32B67B1CCE67}" srcOrd="22" destOrd="0" presId="urn:microsoft.com/office/officeart/2005/8/layout/vList2"/>
    <dgm:cxn modelId="{E6D971A8-03A0-4EF3-805A-8EC28B86E14D}" type="presParOf" srcId="{A5B45A1B-E31D-4988-A260-F7B808A73360}" destId="{3C6EF5E4-8E1C-4B46-AF2F-E2371CBE3E49}" srcOrd="23" destOrd="0" presId="urn:microsoft.com/office/officeart/2005/8/layout/vList2"/>
    <dgm:cxn modelId="{68B9E2DC-9375-45A1-BEDA-545A83510820}" type="presParOf" srcId="{A5B45A1B-E31D-4988-A260-F7B808A73360}" destId="{2933DA99-D23A-4A5B-B663-7F0F6B5DA69C}" srcOrd="24" destOrd="0" presId="urn:microsoft.com/office/officeart/2005/8/layout/vList2"/>
    <dgm:cxn modelId="{4C9F87EE-B32E-4230-88EC-999BBEF965E4}" type="presParOf" srcId="{A5B45A1B-E31D-4988-A260-F7B808A73360}" destId="{012A52B9-999E-4659-970B-4B5F0EEA74FA}" srcOrd="25" destOrd="0" presId="urn:microsoft.com/office/officeart/2005/8/layout/vList2"/>
    <dgm:cxn modelId="{773E8A48-3939-4F6C-8E95-E1C1C7008C71}" type="presParOf" srcId="{A5B45A1B-E31D-4988-A260-F7B808A73360}" destId="{B7855826-6A46-4529-9B23-7900C44006D7}" srcOrd="26" destOrd="0" presId="urn:microsoft.com/office/officeart/2005/8/layout/vList2"/>
    <dgm:cxn modelId="{032CB037-3233-43AD-94A2-0D9231ACF707}" type="presParOf" srcId="{A5B45A1B-E31D-4988-A260-F7B808A73360}" destId="{7A09CD32-5340-4DD2-810B-BF30905EA895}" srcOrd="27" destOrd="0" presId="urn:microsoft.com/office/officeart/2005/8/layout/vList2"/>
    <dgm:cxn modelId="{3AB6D40D-4539-413C-8F03-092CE7550988}" type="presParOf" srcId="{A5B45A1B-E31D-4988-A260-F7B808A73360}" destId="{5A9D059D-2BDF-4A07-9A20-38549032F069}" srcOrd="28" destOrd="0" presId="urn:microsoft.com/office/officeart/2005/8/layout/vList2"/>
    <dgm:cxn modelId="{0F008870-0EAC-4AD3-B4FD-232E1986C791}" type="presParOf" srcId="{A5B45A1B-E31D-4988-A260-F7B808A73360}" destId="{A3CEA271-ECA6-48D3-BA9C-D01348A3C4A9}" srcOrd="29" destOrd="0" presId="urn:microsoft.com/office/officeart/2005/8/layout/vList2"/>
    <dgm:cxn modelId="{A497B04C-5E39-4762-A70F-4DA3A75820B4}" type="presParOf" srcId="{A5B45A1B-E31D-4988-A260-F7B808A73360}" destId="{F0F25894-DD64-4995-9853-C2957FF01BE1}" srcOrd="30" destOrd="0" presId="urn:microsoft.com/office/officeart/2005/8/layout/vList2"/>
    <dgm:cxn modelId="{F3D31547-B9FF-4307-B6FD-8A394BAE4068}" type="presParOf" srcId="{A5B45A1B-E31D-4988-A260-F7B808A73360}" destId="{E2502021-9DB0-4735-8027-F7FD01E8C4BE}" srcOrd="31" destOrd="0" presId="urn:microsoft.com/office/officeart/2005/8/layout/vList2"/>
    <dgm:cxn modelId="{A0D333EF-EA9C-42A0-8F91-4157046F6D2C}" type="presParOf" srcId="{A5B45A1B-E31D-4988-A260-F7B808A73360}" destId="{0A1D9979-4CA3-4720-987A-A6CB85994C82}" srcOrd="32" destOrd="0" presId="urn:microsoft.com/office/officeart/2005/8/layout/vList2"/>
    <dgm:cxn modelId="{F459BACB-F322-4741-B635-F807B4B93584}" type="presParOf" srcId="{A5B45A1B-E31D-4988-A260-F7B808A73360}" destId="{FD532892-6972-4480-ACE3-A9357F8A2D68}" srcOrd="33" destOrd="0" presId="urn:microsoft.com/office/officeart/2005/8/layout/vList2"/>
    <dgm:cxn modelId="{6AF9EB16-E2CD-4C66-BE82-B05FBE547B02}" type="presParOf" srcId="{A5B45A1B-E31D-4988-A260-F7B808A73360}" destId="{DAE7DC1D-BC96-4B25-8265-A7C0B615E69C}" srcOrd="34" destOrd="0" presId="urn:microsoft.com/office/officeart/2005/8/layout/vList2"/>
    <dgm:cxn modelId="{D3803211-5CAE-45AB-B981-D1AF64765C23}" type="presParOf" srcId="{A5B45A1B-E31D-4988-A260-F7B808A73360}" destId="{E3BBBB37-2BE9-4FCE-84D3-DC67356460EE}" srcOrd="35" destOrd="0" presId="urn:microsoft.com/office/officeart/2005/8/layout/vList2"/>
    <dgm:cxn modelId="{DAA97622-8BE4-4C0D-A6BA-A68EAAACEE07}" type="presParOf" srcId="{A5B45A1B-E31D-4988-A260-F7B808A73360}" destId="{5E866C70-2C90-488C-99EA-6339C92B1C7B}" srcOrd="3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1ADC458-2200-4A9A-8F8B-86A04D95324B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3502591-4320-495A-B253-9B6CCF699819}">
      <dgm:prSet/>
      <dgm:spPr/>
      <dgm:t>
        <a:bodyPr/>
        <a:lstStyle/>
        <a:p>
          <a:pPr>
            <a:defRPr b="1"/>
          </a:pPr>
          <a:r>
            <a:rPr lang="en-US" b="1"/>
            <a:t>1. $1M+ Problem Requires Executive Action</a:t>
          </a:r>
          <a:endParaRPr lang="en-US"/>
        </a:p>
      </dgm:t>
    </dgm:pt>
    <dgm:pt modelId="{0CEC8C54-8FD5-42BE-BDD3-5001E95AF7A7}" type="parTrans" cxnId="{484D2575-5AE4-4830-8DFC-C3EE7B134BF1}">
      <dgm:prSet/>
      <dgm:spPr/>
      <dgm:t>
        <a:bodyPr/>
        <a:lstStyle/>
        <a:p>
          <a:endParaRPr lang="en-US"/>
        </a:p>
      </dgm:t>
    </dgm:pt>
    <dgm:pt modelId="{E2B56655-F988-41CB-8E13-DC99ABA8A946}" type="sibTrans" cxnId="{484D2575-5AE4-4830-8DFC-C3EE7B134BF1}">
      <dgm:prSet/>
      <dgm:spPr/>
      <dgm:t>
        <a:bodyPr/>
        <a:lstStyle/>
        <a:p>
          <a:endParaRPr lang="en-US"/>
        </a:p>
      </dgm:t>
    </dgm:pt>
    <dgm:pt modelId="{08E9D04A-4257-4C78-AEEB-FC865EA4DCF6}">
      <dgm:prSet/>
      <dgm:spPr/>
      <dgm:t>
        <a:bodyPr/>
        <a:lstStyle/>
        <a:p>
          <a:r>
            <a:rPr lang="en-US"/>
            <a:t>Absenteeism is material financial issue demanding C-suite prioritization</a:t>
          </a:r>
        </a:p>
      </dgm:t>
    </dgm:pt>
    <dgm:pt modelId="{1FED1B7B-5BD1-4D2E-ACBB-3E3E58523D2D}" type="parTrans" cxnId="{F5759801-92B7-4517-956A-60F4AB436335}">
      <dgm:prSet/>
      <dgm:spPr/>
      <dgm:t>
        <a:bodyPr/>
        <a:lstStyle/>
        <a:p>
          <a:endParaRPr lang="en-US"/>
        </a:p>
      </dgm:t>
    </dgm:pt>
    <dgm:pt modelId="{234D5722-91D4-4E2D-ACC2-9F242CB4A1AF}" type="sibTrans" cxnId="{F5759801-92B7-4517-956A-60F4AB436335}">
      <dgm:prSet/>
      <dgm:spPr/>
      <dgm:t>
        <a:bodyPr/>
        <a:lstStyle/>
        <a:p>
          <a:endParaRPr lang="en-US"/>
        </a:p>
      </dgm:t>
    </dgm:pt>
    <dgm:pt modelId="{39292602-0D21-4ED9-8AE2-58173C5B3E45}">
      <dgm:prSet/>
      <dgm:spPr/>
      <dgm:t>
        <a:bodyPr/>
        <a:lstStyle/>
        <a:p>
          <a:pPr>
            <a:defRPr b="1"/>
          </a:pPr>
          <a:r>
            <a:rPr lang="en-US" b="1"/>
            <a:t>2. Data Identifies Precise Intervention Points</a:t>
          </a:r>
          <a:endParaRPr lang="en-US"/>
        </a:p>
      </dgm:t>
    </dgm:pt>
    <dgm:pt modelId="{71C80F41-D1E4-4AAA-A787-B8B74BCAEB72}" type="parTrans" cxnId="{8DC0B28A-AFD5-432A-96F1-C671616AC9E7}">
      <dgm:prSet/>
      <dgm:spPr/>
      <dgm:t>
        <a:bodyPr/>
        <a:lstStyle/>
        <a:p>
          <a:endParaRPr lang="en-US"/>
        </a:p>
      </dgm:t>
    </dgm:pt>
    <dgm:pt modelId="{0D8BB807-6E4C-4DAD-95D0-DEBE6B39C9DC}" type="sibTrans" cxnId="{8DC0B28A-AFD5-432A-96F1-C671616AC9E7}">
      <dgm:prSet/>
      <dgm:spPr/>
      <dgm:t>
        <a:bodyPr/>
        <a:lstStyle/>
        <a:p>
          <a:endParaRPr lang="en-US"/>
        </a:p>
      </dgm:t>
    </dgm:pt>
    <dgm:pt modelId="{6A5D88E5-CB42-405B-9697-4D42F379899F}">
      <dgm:prSet/>
      <dgm:spPr/>
      <dgm:t>
        <a:bodyPr/>
        <a:lstStyle/>
        <a:p>
          <a:r>
            <a:rPr lang="en-US"/>
            <a:t>8 high-risk employees, Monday patterns, disease focus = clear action plan</a:t>
          </a:r>
        </a:p>
      </dgm:t>
    </dgm:pt>
    <dgm:pt modelId="{9544CF2A-827A-44E2-8D31-A1E21A86DAE7}" type="parTrans" cxnId="{AB715A08-AD1D-4A8B-9623-301E8A3C5226}">
      <dgm:prSet/>
      <dgm:spPr/>
      <dgm:t>
        <a:bodyPr/>
        <a:lstStyle/>
        <a:p>
          <a:endParaRPr lang="en-US"/>
        </a:p>
      </dgm:t>
    </dgm:pt>
    <dgm:pt modelId="{F4469E77-CC6F-4232-9B4C-2D8921A82C2E}" type="sibTrans" cxnId="{AB715A08-AD1D-4A8B-9623-301E8A3C5226}">
      <dgm:prSet/>
      <dgm:spPr/>
      <dgm:t>
        <a:bodyPr/>
        <a:lstStyle/>
        <a:p>
          <a:endParaRPr lang="en-US"/>
        </a:p>
      </dgm:t>
    </dgm:pt>
    <dgm:pt modelId="{67F060D0-9747-47AE-9A2E-553070B62673}">
      <dgm:prSet/>
      <dgm:spPr/>
      <dgm:t>
        <a:bodyPr/>
        <a:lstStyle/>
        <a:p>
          <a:pPr>
            <a:defRPr b="1"/>
          </a:pPr>
          <a:r>
            <a:rPr lang="en-US" b="1"/>
            <a:t>3. ROI Justifies Investment</a:t>
          </a:r>
          <a:endParaRPr lang="en-US"/>
        </a:p>
      </dgm:t>
    </dgm:pt>
    <dgm:pt modelId="{D512C6A7-3C21-4601-8CA2-368BCA4AA5A3}" type="parTrans" cxnId="{578DF611-B939-409D-BDAE-DE783C8453A8}">
      <dgm:prSet/>
      <dgm:spPr/>
      <dgm:t>
        <a:bodyPr/>
        <a:lstStyle/>
        <a:p>
          <a:endParaRPr lang="en-US"/>
        </a:p>
      </dgm:t>
    </dgm:pt>
    <dgm:pt modelId="{14309155-A967-4FA2-8336-23B033214E4F}" type="sibTrans" cxnId="{578DF611-B939-409D-BDAE-DE783C8453A8}">
      <dgm:prSet/>
      <dgm:spPr/>
      <dgm:t>
        <a:bodyPr/>
        <a:lstStyle/>
        <a:p>
          <a:endParaRPr lang="en-US"/>
        </a:p>
      </dgm:t>
    </dgm:pt>
    <dgm:pt modelId="{D34F3D33-A19F-435E-831C-3C7E54C040C2}">
      <dgm:prSet/>
      <dgm:spPr/>
      <dgm:t>
        <a:bodyPr/>
        <a:lstStyle/>
        <a:p>
          <a:r>
            <a:rPr lang="en-US"/>
            <a:t>107% Year 1 ROI with 5.8-month payback makes business case compelling</a:t>
          </a:r>
        </a:p>
      </dgm:t>
    </dgm:pt>
    <dgm:pt modelId="{EF0D8B4C-553B-4BAA-BE62-9EADE8C0DBD0}" type="parTrans" cxnId="{5EBFA231-218A-49B8-8711-B6265AA3101A}">
      <dgm:prSet/>
      <dgm:spPr/>
      <dgm:t>
        <a:bodyPr/>
        <a:lstStyle/>
        <a:p>
          <a:endParaRPr lang="en-US"/>
        </a:p>
      </dgm:t>
    </dgm:pt>
    <dgm:pt modelId="{A82208E3-CBF4-44C5-AC09-7766DA1DA579}" type="sibTrans" cxnId="{5EBFA231-218A-49B8-8711-B6265AA3101A}">
      <dgm:prSet/>
      <dgm:spPr/>
      <dgm:t>
        <a:bodyPr/>
        <a:lstStyle/>
        <a:p>
          <a:endParaRPr lang="en-US"/>
        </a:p>
      </dgm:t>
    </dgm:pt>
    <dgm:pt modelId="{5BD0F3B4-98EF-447E-9AD4-288883B1DE66}">
      <dgm:prSet/>
      <dgm:spPr/>
      <dgm:t>
        <a:bodyPr/>
        <a:lstStyle/>
        <a:p>
          <a:pPr>
            <a:defRPr b="1"/>
          </a:pPr>
          <a:r>
            <a:rPr lang="en-US" b="1"/>
            <a:t>4. Predictive &gt; Reactive</a:t>
          </a:r>
          <a:endParaRPr lang="en-US"/>
        </a:p>
      </dgm:t>
    </dgm:pt>
    <dgm:pt modelId="{68C50EFD-8F7A-48A0-AA6B-78A6482A20D4}" type="parTrans" cxnId="{7DFD8F48-1BFB-4A27-8D66-3E371AFEB517}">
      <dgm:prSet/>
      <dgm:spPr/>
      <dgm:t>
        <a:bodyPr/>
        <a:lstStyle/>
        <a:p>
          <a:endParaRPr lang="en-US"/>
        </a:p>
      </dgm:t>
    </dgm:pt>
    <dgm:pt modelId="{D465EE80-5653-4A84-8F2C-DE54368BBCD3}" type="sibTrans" cxnId="{7DFD8F48-1BFB-4A27-8D66-3E371AFEB517}">
      <dgm:prSet/>
      <dgm:spPr/>
      <dgm:t>
        <a:bodyPr/>
        <a:lstStyle/>
        <a:p>
          <a:endParaRPr lang="en-US"/>
        </a:p>
      </dgm:t>
    </dgm:pt>
    <dgm:pt modelId="{2C1FE08F-34B7-47FD-A133-CF5DA9710259}">
      <dgm:prSet/>
      <dgm:spPr/>
      <dgm:t>
        <a:bodyPr/>
        <a:lstStyle/>
        <a:p>
          <a:r>
            <a:rPr lang="en-US"/>
            <a:t>Future success requires shifting from historical reporting to forecasting and prevention</a:t>
          </a:r>
        </a:p>
      </dgm:t>
    </dgm:pt>
    <dgm:pt modelId="{E19CBC29-20CB-4923-A4DE-BF2BAE69EA7D}" type="parTrans" cxnId="{229BF052-80E7-4E5E-B393-EC24BC8A2DB5}">
      <dgm:prSet/>
      <dgm:spPr/>
      <dgm:t>
        <a:bodyPr/>
        <a:lstStyle/>
        <a:p>
          <a:endParaRPr lang="en-US"/>
        </a:p>
      </dgm:t>
    </dgm:pt>
    <dgm:pt modelId="{C0F6F45A-F37B-422C-B273-2B389DA71E8F}" type="sibTrans" cxnId="{229BF052-80E7-4E5E-B393-EC24BC8A2DB5}">
      <dgm:prSet/>
      <dgm:spPr/>
      <dgm:t>
        <a:bodyPr/>
        <a:lstStyle/>
        <a:p>
          <a:endParaRPr lang="en-US"/>
        </a:p>
      </dgm:t>
    </dgm:pt>
    <dgm:pt modelId="{11987593-285A-42F3-901C-C3EA337D247D}">
      <dgm:prSet/>
      <dgm:spPr/>
      <dgm:t>
        <a:bodyPr/>
        <a:lstStyle/>
        <a:p>
          <a:pPr>
            <a:defRPr b="1"/>
          </a:pPr>
          <a:r>
            <a:rPr lang="en-US" b="1"/>
            <a:t>5. Integrated Approach Essential</a:t>
          </a:r>
          <a:endParaRPr lang="en-US"/>
        </a:p>
      </dgm:t>
    </dgm:pt>
    <dgm:pt modelId="{6F04B4E3-3707-4F7D-B99D-78EBBC6C559E}" type="parTrans" cxnId="{EF308232-ADAC-428A-9120-337F1C5EA529}">
      <dgm:prSet/>
      <dgm:spPr/>
      <dgm:t>
        <a:bodyPr/>
        <a:lstStyle/>
        <a:p>
          <a:endParaRPr lang="en-US"/>
        </a:p>
      </dgm:t>
    </dgm:pt>
    <dgm:pt modelId="{98DEF749-9F7F-4467-BAFF-A7CC47634AEE}" type="sibTrans" cxnId="{EF308232-ADAC-428A-9120-337F1C5EA529}">
      <dgm:prSet/>
      <dgm:spPr/>
      <dgm:t>
        <a:bodyPr/>
        <a:lstStyle/>
        <a:p>
          <a:endParaRPr lang="en-US"/>
        </a:p>
      </dgm:t>
    </dgm:pt>
    <dgm:pt modelId="{B8105542-D0F7-452C-9DB6-DED3B4241588}">
      <dgm:prSet/>
      <dgm:spPr/>
      <dgm:t>
        <a:bodyPr/>
        <a:lstStyle/>
        <a:p>
          <a:r>
            <a:rPr lang="en-US"/>
            <a:t>Solution requires HR, Finance, Operations collaboration - not siloed initiative</a:t>
          </a:r>
        </a:p>
      </dgm:t>
    </dgm:pt>
    <dgm:pt modelId="{06454488-BD88-4D1F-8E9B-8CF9C771AC5C}" type="parTrans" cxnId="{C11DAF62-9C41-48A4-BBD1-397F151883D6}">
      <dgm:prSet/>
      <dgm:spPr/>
      <dgm:t>
        <a:bodyPr/>
        <a:lstStyle/>
        <a:p>
          <a:endParaRPr lang="en-US"/>
        </a:p>
      </dgm:t>
    </dgm:pt>
    <dgm:pt modelId="{502B454F-9947-49DA-BE71-2AEB39DC1791}" type="sibTrans" cxnId="{C11DAF62-9C41-48A4-BBD1-397F151883D6}">
      <dgm:prSet/>
      <dgm:spPr/>
      <dgm:t>
        <a:bodyPr/>
        <a:lstStyle/>
        <a:p>
          <a:endParaRPr lang="en-US"/>
        </a:p>
      </dgm:t>
    </dgm:pt>
    <dgm:pt modelId="{C95A690D-D357-4258-8FFC-FCA29BB7E1D2}">
      <dgm:prSet/>
      <dgm:spPr/>
      <dgm:t>
        <a:bodyPr/>
        <a:lstStyle/>
        <a:p>
          <a:pPr>
            <a:defRPr b="1"/>
          </a:pPr>
          <a:r>
            <a:rPr lang="en-US" b="1"/>
            <a:t>6. Quick Wins Build Momentum</a:t>
          </a:r>
          <a:endParaRPr lang="en-US"/>
        </a:p>
      </dgm:t>
    </dgm:pt>
    <dgm:pt modelId="{DD6E3E99-D3FB-4B17-A5C2-F40DEADEC0D4}" type="parTrans" cxnId="{E7F14501-0F8F-40EF-8701-E5866C91524A}">
      <dgm:prSet/>
      <dgm:spPr/>
      <dgm:t>
        <a:bodyPr/>
        <a:lstStyle/>
        <a:p>
          <a:endParaRPr lang="en-US"/>
        </a:p>
      </dgm:t>
    </dgm:pt>
    <dgm:pt modelId="{79F6A808-3274-44B7-A9F1-12E92C2E6B58}" type="sibTrans" cxnId="{E7F14501-0F8F-40EF-8701-E5866C91524A}">
      <dgm:prSet/>
      <dgm:spPr/>
      <dgm:t>
        <a:bodyPr/>
        <a:lstStyle/>
        <a:p>
          <a:endParaRPr lang="en-US"/>
        </a:p>
      </dgm:t>
    </dgm:pt>
    <dgm:pt modelId="{EED90708-F781-47CB-9FEB-5B4F64436B99}">
      <dgm:prSet/>
      <dgm:spPr/>
      <dgm:t>
        <a:bodyPr/>
        <a:lstStyle/>
        <a:p>
          <a:r>
            <a:rPr lang="en-US"/>
            <a:t>Immediate Monday staffing changes and high-risk employee outreach create credibility</a:t>
          </a:r>
        </a:p>
      </dgm:t>
    </dgm:pt>
    <dgm:pt modelId="{1F0FF10D-A1E8-42B9-A87E-7A51902EA7C9}" type="parTrans" cxnId="{4BD96B76-ACEC-4F3A-9D70-6BD22A1E4C97}">
      <dgm:prSet/>
      <dgm:spPr/>
      <dgm:t>
        <a:bodyPr/>
        <a:lstStyle/>
        <a:p>
          <a:endParaRPr lang="en-US"/>
        </a:p>
      </dgm:t>
    </dgm:pt>
    <dgm:pt modelId="{C2297B4C-B8B8-4C3D-A05C-EE4FFF9472F5}" type="sibTrans" cxnId="{4BD96B76-ACEC-4F3A-9D70-6BD22A1E4C97}">
      <dgm:prSet/>
      <dgm:spPr/>
      <dgm:t>
        <a:bodyPr/>
        <a:lstStyle/>
        <a:p>
          <a:endParaRPr lang="en-US"/>
        </a:p>
      </dgm:t>
    </dgm:pt>
    <dgm:pt modelId="{B4C371DD-A879-4933-8052-1B9B71EC7BEA}" type="pres">
      <dgm:prSet presAssocID="{B1ADC458-2200-4A9A-8F8B-86A04D95324B}" presName="Name0" presStyleCnt="0">
        <dgm:presLayoutVars>
          <dgm:dir/>
          <dgm:animLvl val="lvl"/>
          <dgm:resizeHandles val="exact"/>
        </dgm:presLayoutVars>
      </dgm:prSet>
      <dgm:spPr/>
    </dgm:pt>
    <dgm:pt modelId="{BC224D9D-5867-4199-A182-A13609456F85}" type="pres">
      <dgm:prSet presAssocID="{03502591-4320-495A-B253-9B6CCF699819}" presName="linNode" presStyleCnt="0"/>
      <dgm:spPr/>
    </dgm:pt>
    <dgm:pt modelId="{62D30D75-8FBE-4DE0-ABBC-27EEFB5C9136}" type="pres">
      <dgm:prSet presAssocID="{03502591-4320-495A-B253-9B6CCF699819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8940C6F3-EC4C-477C-B52E-3E2A7C69E0CF}" type="pres">
      <dgm:prSet presAssocID="{03502591-4320-495A-B253-9B6CCF699819}" presName="descendantText" presStyleLbl="alignAccFollowNode1" presStyleIdx="0" presStyleCnt="6">
        <dgm:presLayoutVars>
          <dgm:bulletEnabled val="1"/>
        </dgm:presLayoutVars>
      </dgm:prSet>
      <dgm:spPr/>
    </dgm:pt>
    <dgm:pt modelId="{70E09469-B615-42EA-A40A-5EBBCFADB1C7}" type="pres">
      <dgm:prSet presAssocID="{E2B56655-F988-41CB-8E13-DC99ABA8A946}" presName="sp" presStyleCnt="0"/>
      <dgm:spPr/>
    </dgm:pt>
    <dgm:pt modelId="{FEE7671E-D545-40AA-AE33-55ED2CBC0D89}" type="pres">
      <dgm:prSet presAssocID="{39292602-0D21-4ED9-8AE2-58173C5B3E45}" presName="linNode" presStyleCnt="0"/>
      <dgm:spPr/>
    </dgm:pt>
    <dgm:pt modelId="{F5AD3CEF-29C3-4951-86F4-C54FC878FC73}" type="pres">
      <dgm:prSet presAssocID="{39292602-0D21-4ED9-8AE2-58173C5B3E45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5BA706CF-080D-4D29-B87E-B2D5C8422DB8}" type="pres">
      <dgm:prSet presAssocID="{39292602-0D21-4ED9-8AE2-58173C5B3E45}" presName="descendantText" presStyleLbl="alignAccFollowNode1" presStyleIdx="1" presStyleCnt="6">
        <dgm:presLayoutVars>
          <dgm:bulletEnabled val="1"/>
        </dgm:presLayoutVars>
      </dgm:prSet>
      <dgm:spPr/>
    </dgm:pt>
    <dgm:pt modelId="{D99B77EF-4DB2-40E9-B9B7-401376104968}" type="pres">
      <dgm:prSet presAssocID="{0D8BB807-6E4C-4DAD-95D0-DEBE6B39C9DC}" presName="sp" presStyleCnt="0"/>
      <dgm:spPr/>
    </dgm:pt>
    <dgm:pt modelId="{2D5DA68A-5E42-4A0F-A5EE-62F88949DCD4}" type="pres">
      <dgm:prSet presAssocID="{67F060D0-9747-47AE-9A2E-553070B62673}" presName="linNode" presStyleCnt="0"/>
      <dgm:spPr/>
    </dgm:pt>
    <dgm:pt modelId="{6C3436A1-B308-488A-8DB7-E3403704666E}" type="pres">
      <dgm:prSet presAssocID="{67F060D0-9747-47AE-9A2E-553070B62673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2CE5A7F5-E7F4-4CFE-8F89-7E6CC6560109}" type="pres">
      <dgm:prSet presAssocID="{67F060D0-9747-47AE-9A2E-553070B62673}" presName="descendantText" presStyleLbl="alignAccFollowNode1" presStyleIdx="2" presStyleCnt="6">
        <dgm:presLayoutVars>
          <dgm:bulletEnabled val="1"/>
        </dgm:presLayoutVars>
      </dgm:prSet>
      <dgm:spPr/>
    </dgm:pt>
    <dgm:pt modelId="{73BAB45C-4A60-4D29-81A7-4210E8F70BA3}" type="pres">
      <dgm:prSet presAssocID="{14309155-A967-4FA2-8336-23B033214E4F}" presName="sp" presStyleCnt="0"/>
      <dgm:spPr/>
    </dgm:pt>
    <dgm:pt modelId="{D5A26302-A4E1-438E-8F53-7BFE58B035D8}" type="pres">
      <dgm:prSet presAssocID="{5BD0F3B4-98EF-447E-9AD4-288883B1DE66}" presName="linNode" presStyleCnt="0"/>
      <dgm:spPr/>
    </dgm:pt>
    <dgm:pt modelId="{E6E438AA-A0C5-4608-A358-6116DFD5CD17}" type="pres">
      <dgm:prSet presAssocID="{5BD0F3B4-98EF-447E-9AD4-288883B1DE66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5C5C4C6B-890F-49B7-A50C-DD6982E089BF}" type="pres">
      <dgm:prSet presAssocID="{5BD0F3B4-98EF-447E-9AD4-288883B1DE66}" presName="descendantText" presStyleLbl="alignAccFollowNode1" presStyleIdx="3" presStyleCnt="6">
        <dgm:presLayoutVars>
          <dgm:bulletEnabled val="1"/>
        </dgm:presLayoutVars>
      </dgm:prSet>
      <dgm:spPr/>
    </dgm:pt>
    <dgm:pt modelId="{BCB7DEEC-2B9B-4C8A-B256-A1B930653D29}" type="pres">
      <dgm:prSet presAssocID="{D465EE80-5653-4A84-8F2C-DE54368BBCD3}" presName="sp" presStyleCnt="0"/>
      <dgm:spPr/>
    </dgm:pt>
    <dgm:pt modelId="{2A16AEA6-CA3A-4AAB-B177-8CF01A35437B}" type="pres">
      <dgm:prSet presAssocID="{11987593-285A-42F3-901C-C3EA337D247D}" presName="linNode" presStyleCnt="0"/>
      <dgm:spPr/>
    </dgm:pt>
    <dgm:pt modelId="{CE310207-87E3-4972-B9A2-D71FE3D55992}" type="pres">
      <dgm:prSet presAssocID="{11987593-285A-42F3-901C-C3EA337D247D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A387AF75-0D90-4A1F-B359-E36C140D9BFA}" type="pres">
      <dgm:prSet presAssocID="{11987593-285A-42F3-901C-C3EA337D247D}" presName="descendantText" presStyleLbl="alignAccFollowNode1" presStyleIdx="4" presStyleCnt="6">
        <dgm:presLayoutVars>
          <dgm:bulletEnabled val="1"/>
        </dgm:presLayoutVars>
      </dgm:prSet>
      <dgm:spPr/>
    </dgm:pt>
    <dgm:pt modelId="{9063AAF4-9140-4A0A-94EC-17F13D445EA3}" type="pres">
      <dgm:prSet presAssocID="{98DEF749-9F7F-4467-BAFF-A7CC47634AEE}" presName="sp" presStyleCnt="0"/>
      <dgm:spPr/>
    </dgm:pt>
    <dgm:pt modelId="{AD6977F6-73CB-48E5-B98B-0CCFDF24B363}" type="pres">
      <dgm:prSet presAssocID="{C95A690D-D357-4258-8FFC-FCA29BB7E1D2}" presName="linNode" presStyleCnt="0"/>
      <dgm:spPr/>
    </dgm:pt>
    <dgm:pt modelId="{AA1D09CF-0341-425C-A89B-DAE6D130F177}" type="pres">
      <dgm:prSet presAssocID="{C95A690D-D357-4258-8FFC-FCA29BB7E1D2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D01F3F18-FAA9-4C34-B76F-7A5170677559}" type="pres">
      <dgm:prSet presAssocID="{C95A690D-D357-4258-8FFC-FCA29BB7E1D2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E7F14501-0F8F-40EF-8701-E5866C91524A}" srcId="{B1ADC458-2200-4A9A-8F8B-86A04D95324B}" destId="{C95A690D-D357-4258-8FFC-FCA29BB7E1D2}" srcOrd="5" destOrd="0" parTransId="{DD6E3E99-D3FB-4B17-A5C2-F40DEADEC0D4}" sibTransId="{79F6A808-3274-44B7-A9F1-12E92C2E6B58}"/>
    <dgm:cxn modelId="{F5759801-92B7-4517-956A-60F4AB436335}" srcId="{03502591-4320-495A-B253-9B6CCF699819}" destId="{08E9D04A-4257-4C78-AEEB-FC865EA4DCF6}" srcOrd="0" destOrd="0" parTransId="{1FED1B7B-5BD1-4D2E-ACBB-3E3E58523D2D}" sibTransId="{234D5722-91D4-4E2D-ACC2-9F242CB4A1AF}"/>
    <dgm:cxn modelId="{C704C003-1857-4A2F-8887-CB7DCFD1FA8C}" type="presOf" srcId="{B8105542-D0F7-452C-9DB6-DED3B4241588}" destId="{A387AF75-0D90-4A1F-B359-E36C140D9BFA}" srcOrd="0" destOrd="0" presId="urn:microsoft.com/office/officeart/2005/8/layout/vList5"/>
    <dgm:cxn modelId="{AB715A08-AD1D-4A8B-9623-301E8A3C5226}" srcId="{39292602-0D21-4ED9-8AE2-58173C5B3E45}" destId="{6A5D88E5-CB42-405B-9697-4D42F379899F}" srcOrd="0" destOrd="0" parTransId="{9544CF2A-827A-44E2-8D31-A1E21A86DAE7}" sibTransId="{F4469E77-CC6F-4232-9B4C-2D8921A82C2E}"/>
    <dgm:cxn modelId="{578DF611-B939-409D-BDAE-DE783C8453A8}" srcId="{B1ADC458-2200-4A9A-8F8B-86A04D95324B}" destId="{67F060D0-9747-47AE-9A2E-553070B62673}" srcOrd="2" destOrd="0" parTransId="{D512C6A7-3C21-4601-8CA2-368BCA4AA5A3}" sibTransId="{14309155-A967-4FA2-8336-23B033214E4F}"/>
    <dgm:cxn modelId="{5EBFA231-218A-49B8-8711-B6265AA3101A}" srcId="{67F060D0-9747-47AE-9A2E-553070B62673}" destId="{D34F3D33-A19F-435E-831C-3C7E54C040C2}" srcOrd="0" destOrd="0" parTransId="{EF0D8B4C-553B-4BAA-BE62-9EADE8C0DBD0}" sibTransId="{A82208E3-CBF4-44C5-AC09-7766DA1DA579}"/>
    <dgm:cxn modelId="{EF308232-ADAC-428A-9120-337F1C5EA529}" srcId="{B1ADC458-2200-4A9A-8F8B-86A04D95324B}" destId="{11987593-285A-42F3-901C-C3EA337D247D}" srcOrd="4" destOrd="0" parTransId="{6F04B4E3-3707-4F7D-B99D-78EBBC6C559E}" sibTransId="{98DEF749-9F7F-4467-BAFF-A7CC47634AEE}"/>
    <dgm:cxn modelId="{A847103D-C0A5-4AF7-87FE-EF233F9756DF}" type="presOf" srcId="{D34F3D33-A19F-435E-831C-3C7E54C040C2}" destId="{2CE5A7F5-E7F4-4CFE-8F89-7E6CC6560109}" srcOrd="0" destOrd="0" presId="urn:microsoft.com/office/officeart/2005/8/layout/vList5"/>
    <dgm:cxn modelId="{8309555D-E249-43C6-9852-4EFDA3B512A6}" type="presOf" srcId="{03502591-4320-495A-B253-9B6CCF699819}" destId="{62D30D75-8FBE-4DE0-ABBC-27EEFB5C9136}" srcOrd="0" destOrd="0" presId="urn:microsoft.com/office/officeart/2005/8/layout/vList5"/>
    <dgm:cxn modelId="{D634C941-49B3-46F8-A1A6-09BAE3AC4D96}" type="presOf" srcId="{6A5D88E5-CB42-405B-9697-4D42F379899F}" destId="{5BA706CF-080D-4D29-B87E-B2D5C8422DB8}" srcOrd="0" destOrd="0" presId="urn:microsoft.com/office/officeart/2005/8/layout/vList5"/>
    <dgm:cxn modelId="{C11DAF62-9C41-48A4-BBD1-397F151883D6}" srcId="{11987593-285A-42F3-901C-C3EA337D247D}" destId="{B8105542-D0F7-452C-9DB6-DED3B4241588}" srcOrd="0" destOrd="0" parTransId="{06454488-BD88-4D1F-8E9B-8CF9C771AC5C}" sibTransId="{502B454F-9947-49DA-BE71-2AEB39DC1791}"/>
    <dgm:cxn modelId="{28AE2246-3793-4F53-B3F5-B916E993F26A}" type="presOf" srcId="{08E9D04A-4257-4C78-AEEB-FC865EA4DCF6}" destId="{8940C6F3-EC4C-477C-B52E-3E2A7C69E0CF}" srcOrd="0" destOrd="0" presId="urn:microsoft.com/office/officeart/2005/8/layout/vList5"/>
    <dgm:cxn modelId="{7DFD8F48-1BFB-4A27-8D66-3E371AFEB517}" srcId="{B1ADC458-2200-4A9A-8F8B-86A04D95324B}" destId="{5BD0F3B4-98EF-447E-9AD4-288883B1DE66}" srcOrd="3" destOrd="0" parTransId="{68C50EFD-8F7A-48A0-AA6B-78A6482A20D4}" sibTransId="{D465EE80-5653-4A84-8F2C-DE54368BBCD3}"/>
    <dgm:cxn modelId="{8E2E1E6F-C852-4746-BC30-B79247F7C92E}" type="presOf" srcId="{5BD0F3B4-98EF-447E-9AD4-288883B1DE66}" destId="{E6E438AA-A0C5-4608-A358-6116DFD5CD17}" srcOrd="0" destOrd="0" presId="urn:microsoft.com/office/officeart/2005/8/layout/vList5"/>
    <dgm:cxn modelId="{229BF052-80E7-4E5E-B393-EC24BC8A2DB5}" srcId="{5BD0F3B4-98EF-447E-9AD4-288883B1DE66}" destId="{2C1FE08F-34B7-47FD-A133-CF5DA9710259}" srcOrd="0" destOrd="0" parTransId="{E19CBC29-20CB-4923-A4DE-BF2BAE69EA7D}" sibTransId="{C0F6F45A-F37B-422C-B273-2B389DA71E8F}"/>
    <dgm:cxn modelId="{484D2575-5AE4-4830-8DFC-C3EE7B134BF1}" srcId="{B1ADC458-2200-4A9A-8F8B-86A04D95324B}" destId="{03502591-4320-495A-B253-9B6CCF699819}" srcOrd="0" destOrd="0" parTransId="{0CEC8C54-8FD5-42BE-BDD3-5001E95AF7A7}" sibTransId="{E2B56655-F988-41CB-8E13-DC99ABA8A946}"/>
    <dgm:cxn modelId="{13E1B775-C7C2-4779-B520-0ADF60DA7013}" type="presOf" srcId="{B1ADC458-2200-4A9A-8F8B-86A04D95324B}" destId="{B4C371DD-A879-4933-8052-1B9B71EC7BEA}" srcOrd="0" destOrd="0" presId="urn:microsoft.com/office/officeart/2005/8/layout/vList5"/>
    <dgm:cxn modelId="{4BD96B76-ACEC-4F3A-9D70-6BD22A1E4C97}" srcId="{C95A690D-D357-4258-8FFC-FCA29BB7E1D2}" destId="{EED90708-F781-47CB-9FEB-5B4F64436B99}" srcOrd="0" destOrd="0" parTransId="{1F0FF10D-A1E8-42B9-A87E-7A51902EA7C9}" sibTransId="{C2297B4C-B8B8-4C3D-A05C-EE4FFF9472F5}"/>
    <dgm:cxn modelId="{81ABE678-B046-4EB7-A61C-667B76F5AF6A}" type="presOf" srcId="{C95A690D-D357-4258-8FFC-FCA29BB7E1D2}" destId="{AA1D09CF-0341-425C-A89B-DAE6D130F177}" srcOrd="0" destOrd="0" presId="urn:microsoft.com/office/officeart/2005/8/layout/vList5"/>
    <dgm:cxn modelId="{32FBB17D-F9F4-4BBD-A7B5-E351305E38BD}" type="presOf" srcId="{67F060D0-9747-47AE-9A2E-553070B62673}" destId="{6C3436A1-B308-488A-8DB7-E3403704666E}" srcOrd="0" destOrd="0" presId="urn:microsoft.com/office/officeart/2005/8/layout/vList5"/>
    <dgm:cxn modelId="{8DC0B28A-AFD5-432A-96F1-C671616AC9E7}" srcId="{B1ADC458-2200-4A9A-8F8B-86A04D95324B}" destId="{39292602-0D21-4ED9-8AE2-58173C5B3E45}" srcOrd="1" destOrd="0" parTransId="{71C80F41-D1E4-4AAA-A787-B8B74BCAEB72}" sibTransId="{0D8BB807-6E4C-4DAD-95D0-DEBE6B39C9DC}"/>
    <dgm:cxn modelId="{ED46E395-DBC2-4782-BACE-2064244D20F3}" type="presOf" srcId="{39292602-0D21-4ED9-8AE2-58173C5B3E45}" destId="{F5AD3CEF-29C3-4951-86F4-C54FC878FC73}" srcOrd="0" destOrd="0" presId="urn:microsoft.com/office/officeart/2005/8/layout/vList5"/>
    <dgm:cxn modelId="{1EA9009D-79A6-4126-9CF2-3DD2F2D0D183}" type="presOf" srcId="{EED90708-F781-47CB-9FEB-5B4F64436B99}" destId="{D01F3F18-FAA9-4C34-B76F-7A5170677559}" srcOrd="0" destOrd="0" presId="urn:microsoft.com/office/officeart/2005/8/layout/vList5"/>
    <dgm:cxn modelId="{4E91ECAE-D839-477A-8A1B-51C01FF720F7}" type="presOf" srcId="{2C1FE08F-34B7-47FD-A133-CF5DA9710259}" destId="{5C5C4C6B-890F-49B7-A50C-DD6982E089BF}" srcOrd="0" destOrd="0" presId="urn:microsoft.com/office/officeart/2005/8/layout/vList5"/>
    <dgm:cxn modelId="{A47FC8AF-F902-4854-B345-639B2ECC31FA}" type="presOf" srcId="{11987593-285A-42F3-901C-C3EA337D247D}" destId="{CE310207-87E3-4972-B9A2-D71FE3D55992}" srcOrd="0" destOrd="0" presId="urn:microsoft.com/office/officeart/2005/8/layout/vList5"/>
    <dgm:cxn modelId="{F27EECC7-87C0-4702-99E2-7C1B5912CB63}" type="presParOf" srcId="{B4C371DD-A879-4933-8052-1B9B71EC7BEA}" destId="{BC224D9D-5867-4199-A182-A13609456F85}" srcOrd="0" destOrd="0" presId="urn:microsoft.com/office/officeart/2005/8/layout/vList5"/>
    <dgm:cxn modelId="{E87D0094-00A2-4AC6-95EF-F6F999E801C4}" type="presParOf" srcId="{BC224D9D-5867-4199-A182-A13609456F85}" destId="{62D30D75-8FBE-4DE0-ABBC-27EEFB5C9136}" srcOrd="0" destOrd="0" presId="urn:microsoft.com/office/officeart/2005/8/layout/vList5"/>
    <dgm:cxn modelId="{BBB90C4E-AB29-4324-ABC0-EAE576054609}" type="presParOf" srcId="{BC224D9D-5867-4199-A182-A13609456F85}" destId="{8940C6F3-EC4C-477C-B52E-3E2A7C69E0CF}" srcOrd="1" destOrd="0" presId="urn:microsoft.com/office/officeart/2005/8/layout/vList5"/>
    <dgm:cxn modelId="{86675000-A18C-4CC9-952F-6ADDA1B0C414}" type="presParOf" srcId="{B4C371DD-A879-4933-8052-1B9B71EC7BEA}" destId="{70E09469-B615-42EA-A40A-5EBBCFADB1C7}" srcOrd="1" destOrd="0" presId="urn:microsoft.com/office/officeart/2005/8/layout/vList5"/>
    <dgm:cxn modelId="{4AB4CB7A-4791-4168-A870-D617D8EC5045}" type="presParOf" srcId="{B4C371DD-A879-4933-8052-1B9B71EC7BEA}" destId="{FEE7671E-D545-40AA-AE33-55ED2CBC0D89}" srcOrd="2" destOrd="0" presId="urn:microsoft.com/office/officeart/2005/8/layout/vList5"/>
    <dgm:cxn modelId="{675A88B4-22B9-4C78-BB22-6CB7EA973953}" type="presParOf" srcId="{FEE7671E-D545-40AA-AE33-55ED2CBC0D89}" destId="{F5AD3CEF-29C3-4951-86F4-C54FC878FC73}" srcOrd="0" destOrd="0" presId="urn:microsoft.com/office/officeart/2005/8/layout/vList5"/>
    <dgm:cxn modelId="{377EA8B2-8775-4141-B234-004F21662DAF}" type="presParOf" srcId="{FEE7671E-D545-40AA-AE33-55ED2CBC0D89}" destId="{5BA706CF-080D-4D29-B87E-B2D5C8422DB8}" srcOrd="1" destOrd="0" presId="urn:microsoft.com/office/officeart/2005/8/layout/vList5"/>
    <dgm:cxn modelId="{595812A9-118E-437E-987F-A39CA2E0E855}" type="presParOf" srcId="{B4C371DD-A879-4933-8052-1B9B71EC7BEA}" destId="{D99B77EF-4DB2-40E9-B9B7-401376104968}" srcOrd="3" destOrd="0" presId="urn:microsoft.com/office/officeart/2005/8/layout/vList5"/>
    <dgm:cxn modelId="{6703793B-8EBF-4E2E-8BCD-A30C5A8C3982}" type="presParOf" srcId="{B4C371DD-A879-4933-8052-1B9B71EC7BEA}" destId="{2D5DA68A-5E42-4A0F-A5EE-62F88949DCD4}" srcOrd="4" destOrd="0" presId="urn:microsoft.com/office/officeart/2005/8/layout/vList5"/>
    <dgm:cxn modelId="{4E971A0C-D412-4731-A08F-9891D462179E}" type="presParOf" srcId="{2D5DA68A-5E42-4A0F-A5EE-62F88949DCD4}" destId="{6C3436A1-B308-488A-8DB7-E3403704666E}" srcOrd="0" destOrd="0" presId="urn:microsoft.com/office/officeart/2005/8/layout/vList5"/>
    <dgm:cxn modelId="{300CD54C-B40A-416A-BBE1-414C0B430D36}" type="presParOf" srcId="{2D5DA68A-5E42-4A0F-A5EE-62F88949DCD4}" destId="{2CE5A7F5-E7F4-4CFE-8F89-7E6CC6560109}" srcOrd="1" destOrd="0" presId="urn:microsoft.com/office/officeart/2005/8/layout/vList5"/>
    <dgm:cxn modelId="{77548247-F7A5-4D14-81DB-F41144F9BD9F}" type="presParOf" srcId="{B4C371DD-A879-4933-8052-1B9B71EC7BEA}" destId="{73BAB45C-4A60-4D29-81A7-4210E8F70BA3}" srcOrd="5" destOrd="0" presId="urn:microsoft.com/office/officeart/2005/8/layout/vList5"/>
    <dgm:cxn modelId="{C62C3DDA-6EBE-495E-B9F2-6A48A2C4BDB8}" type="presParOf" srcId="{B4C371DD-A879-4933-8052-1B9B71EC7BEA}" destId="{D5A26302-A4E1-438E-8F53-7BFE58B035D8}" srcOrd="6" destOrd="0" presId="urn:microsoft.com/office/officeart/2005/8/layout/vList5"/>
    <dgm:cxn modelId="{0EF503FC-6B89-4FB4-9CF0-F86B35B6672A}" type="presParOf" srcId="{D5A26302-A4E1-438E-8F53-7BFE58B035D8}" destId="{E6E438AA-A0C5-4608-A358-6116DFD5CD17}" srcOrd="0" destOrd="0" presId="urn:microsoft.com/office/officeart/2005/8/layout/vList5"/>
    <dgm:cxn modelId="{0705E0C0-D5A5-4737-B4A8-2EA1BA04060E}" type="presParOf" srcId="{D5A26302-A4E1-438E-8F53-7BFE58B035D8}" destId="{5C5C4C6B-890F-49B7-A50C-DD6982E089BF}" srcOrd="1" destOrd="0" presId="urn:microsoft.com/office/officeart/2005/8/layout/vList5"/>
    <dgm:cxn modelId="{A839126F-9088-4023-B9EF-247D89586BD8}" type="presParOf" srcId="{B4C371DD-A879-4933-8052-1B9B71EC7BEA}" destId="{BCB7DEEC-2B9B-4C8A-B256-A1B930653D29}" srcOrd="7" destOrd="0" presId="urn:microsoft.com/office/officeart/2005/8/layout/vList5"/>
    <dgm:cxn modelId="{C5C27EBD-DCB0-478C-9E30-E1C4E77A8583}" type="presParOf" srcId="{B4C371DD-A879-4933-8052-1B9B71EC7BEA}" destId="{2A16AEA6-CA3A-4AAB-B177-8CF01A35437B}" srcOrd="8" destOrd="0" presId="urn:microsoft.com/office/officeart/2005/8/layout/vList5"/>
    <dgm:cxn modelId="{000D10A9-D71C-4505-A705-1E9D117E4CE1}" type="presParOf" srcId="{2A16AEA6-CA3A-4AAB-B177-8CF01A35437B}" destId="{CE310207-87E3-4972-B9A2-D71FE3D55992}" srcOrd="0" destOrd="0" presId="urn:microsoft.com/office/officeart/2005/8/layout/vList5"/>
    <dgm:cxn modelId="{6CAE832D-78E0-4493-9FF9-3F4057844A4E}" type="presParOf" srcId="{2A16AEA6-CA3A-4AAB-B177-8CF01A35437B}" destId="{A387AF75-0D90-4A1F-B359-E36C140D9BFA}" srcOrd="1" destOrd="0" presId="urn:microsoft.com/office/officeart/2005/8/layout/vList5"/>
    <dgm:cxn modelId="{B3D952E3-B460-4204-9024-C6E203E48BC1}" type="presParOf" srcId="{B4C371DD-A879-4933-8052-1B9B71EC7BEA}" destId="{9063AAF4-9140-4A0A-94EC-17F13D445EA3}" srcOrd="9" destOrd="0" presId="urn:microsoft.com/office/officeart/2005/8/layout/vList5"/>
    <dgm:cxn modelId="{474D1E8C-AEFD-4A7D-8B29-EEDEBAFF8B3B}" type="presParOf" srcId="{B4C371DD-A879-4933-8052-1B9B71EC7BEA}" destId="{AD6977F6-73CB-48E5-B98B-0CCFDF24B363}" srcOrd="10" destOrd="0" presId="urn:microsoft.com/office/officeart/2005/8/layout/vList5"/>
    <dgm:cxn modelId="{A95238F0-4F03-464F-BB5E-9C2E47DBF921}" type="presParOf" srcId="{AD6977F6-73CB-48E5-B98B-0CCFDF24B363}" destId="{AA1D09CF-0341-425C-A89B-DAE6D130F177}" srcOrd="0" destOrd="0" presId="urn:microsoft.com/office/officeart/2005/8/layout/vList5"/>
    <dgm:cxn modelId="{97DE2E5B-53E3-49DB-9FE9-3E9E559497E9}" type="presParOf" srcId="{AD6977F6-73CB-48E5-B98B-0CCFDF24B363}" destId="{D01F3F18-FAA9-4C34-B76F-7A517067755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9D31212-D4A3-4E37-8D8D-9E644EFD931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2969537-5AA3-45DE-BFAC-0D69893947F8}">
      <dgm:prSet/>
      <dgm:spPr/>
      <dgm:t>
        <a:bodyPr/>
        <a:lstStyle/>
        <a:p>
          <a:r>
            <a:rPr lang="en-US"/>
            <a:t>4-Tier Action Plan</a:t>
          </a:r>
        </a:p>
      </dgm:t>
    </dgm:pt>
    <dgm:pt modelId="{ED80735B-8DD5-4FAE-848E-8C18478A2C2A}" type="parTrans" cxnId="{D09C06C3-D79F-488E-83CD-E51DE487A2B9}">
      <dgm:prSet/>
      <dgm:spPr/>
      <dgm:t>
        <a:bodyPr/>
        <a:lstStyle/>
        <a:p>
          <a:endParaRPr lang="en-US"/>
        </a:p>
      </dgm:t>
    </dgm:pt>
    <dgm:pt modelId="{634DE50A-2327-4174-961F-5FD4972B5C32}" type="sibTrans" cxnId="{D09C06C3-D79F-488E-83CD-E51DE487A2B9}">
      <dgm:prSet/>
      <dgm:spPr/>
      <dgm:t>
        <a:bodyPr/>
        <a:lstStyle/>
        <a:p>
          <a:endParaRPr lang="en-US"/>
        </a:p>
      </dgm:t>
    </dgm:pt>
    <dgm:pt modelId="{81CD535F-05D5-4A3C-B000-23F3DAFCA55B}">
      <dgm:prSet/>
      <dgm:spPr/>
      <dgm:t>
        <a:bodyPr/>
        <a:lstStyle/>
        <a:p>
          <a:r>
            <a:rPr lang="en-US"/>
            <a:t>TIER 1 - Immediate (30 Days):</a:t>
          </a:r>
        </a:p>
      </dgm:t>
    </dgm:pt>
    <dgm:pt modelId="{393AF3AC-77D8-45A7-9912-8D677ABF947C}" type="parTrans" cxnId="{B48F7A9A-4267-41AA-899A-83F5CB18DE6A}">
      <dgm:prSet/>
      <dgm:spPr/>
      <dgm:t>
        <a:bodyPr/>
        <a:lstStyle/>
        <a:p>
          <a:endParaRPr lang="en-US"/>
        </a:p>
      </dgm:t>
    </dgm:pt>
    <dgm:pt modelId="{3A5BC425-C529-4660-BB7C-EE809EAC5DA0}" type="sibTrans" cxnId="{B48F7A9A-4267-41AA-899A-83F5CB18DE6A}">
      <dgm:prSet/>
      <dgm:spPr/>
      <dgm:t>
        <a:bodyPr/>
        <a:lstStyle/>
        <a:p>
          <a:endParaRPr lang="en-US"/>
        </a:p>
      </dgm:t>
    </dgm:pt>
    <dgm:pt modelId="{05C6897A-44C1-4E9E-9B34-2138C8F16CAB}">
      <dgm:prSet/>
      <dgm:spPr/>
      <dgm:t>
        <a:bodyPr/>
        <a:lstStyle/>
        <a:p>
          <a:r>
            <a:rPr lang="en-US"/>
            <a:t>• Address 33 unjustified absences</a:t>
          </a:r>
        </a:p>
      </dgm:t>
    </dgm:pt>
    <dgm:pt modelId="{DE47A604-E3E4-4F22-8A9D-3DDCAF9A662F}" type="parTrans" cxnId="{8EDACF6E-2870-42E3-A703-41B606785129}">
      <dgm:prSet/>
      <dgm:spPr/>
      <dgm:t>
        <a:bodyPr/>
        <a:lstStyle/>
        <a:p>
          <a:endParaRPr lang="en-US"/>
        </a:p>
      </dgm:t>
    </dgm:pt>
    <dgm:pt modelId="{8B41E2F7-4A1D-4479-B2DA-634CAA0533D4}" type="sibTrans" cxnId="{8EDACF6E-2870-42E3-A703-41B606785129}">
      <dgm:prSet/>
      <dgm:spPr/>
      <dgm:t>
        <a:bodyPr/>
        <a:lstStyle/>
        <a:p>
          <a:endParaRPr lang="en-US"/>
        </a:p>
      </dgm:t>
    </dgm:pt>
    <dgm:pt modelId="{48E03742-7D9D-4A60-BFAB-097B2D7EF6DC}">
      <dgm:prSet/>
      <dgm:spPr/>
      <dgm:t>
        <a:bodyPr/>
        <a:lstStyle/>
        <a:p>
          <a:r>
            <a:rPr lang="en-US"/>
            <a:t>• Assess 28 high-risk employees</a:t>
          </a:r>
        </a:p>
      </dgm:t>
    </dgm:pt>
    <dgm:pt modelId="{F44A006E-8BA9-4C35-BDF4-EF42297C3B81}" type="parTrans" cxnId="{8F003F19-ED29-46A1-B646-E738B15175D9}">
      <dgm:prSet/>
      <dgm:spPr/>
      <dgm:t>
        <a:bodyPr/>
        <a:lstStyle/>
        <a:p>
          <a:endParaRPr lang="en-US"/>
        </a:p>
      </dgm:t>
    </dgm:pt>
    <dgm:pt modelId="{54C3449B-1D6F-4B8A-8318-6FF0140F46F8}" type="sibTrans" cxnId="{8F003F19-ED29-46A1-B646-E738B15175D9}">
      <dgm:prSet/>
      <dgm:spPr/>
      <dgm:t>
        <a:bodyPr/>
        <a:lstStyle/>
        <a:p>
          <a:endParaRPr lang="en-US"/>
        </a:p>
      </dgm:t>
    </dgm:pt>
    <dgm:pt modelId="{43C8B51B-9588-4C11-B914-020CAA13ED56}">
      <dgm:prSet/>
      <dgm:spPr/>
      <dgm:t>
        <a:bodyPr/>
        <a:lstStyle/>
        <a:p>
          <a:r>
            <a:rPr lang="en-US"/>
            <a:t>• Launch Monday intervention program</a:t>
          </a:r>
        </a:p>
      </dgm:t>
    </dgm:pt>
    <dgm:pt modelId="{6D85AF22-6A04-49C4-A075-21E48AF1095C}" type="parTrans" cxnId="{E9766E1B-0A39-48BE-AB95-C532482F73EA}">
      <dgm:prSet/>
      <dgm:spPr/>
      <dgm:t>
        <a:bodyPr/>
        <a:lstStyle/>
        <a:p>
          <a:endParaRPr lang="en-US"/>
        </a:p>
      </dgm:t>
    </dgm:pt>
    <dgm:pt modelId="{863E0A8C-715E-42CE-BD7B-F2BC616CC48D}" type="sibTrans" cxnId="{E9766E1B-0A39-48BE-AB95-C532482F73EA}">
      <dgm:prSet/>
      <dgm:spPr/>
      <dgm:t>
        <a:bodyPr/>
        <a:lstStyle/>
        <a:p>
          <a:endParaRPr lang="en-US"/>
        </a:p>
      </dgm:t>
    </dgm:pt>
    <dgm:pt modelId="{1F1B844C-3AD4-4344-A1D4-C81215427B82}">
      <dgm:prSet/>
      <dgm:spPr/>
      <dgm:t>
        <a:bodyPr/>
        <a:lstStyle/>
        <a:p>
          <a:r>
            <a:rPr lang="en-US"/>
            <a:t>TIER 2 - Short-Term (90 Days):</a:t>
          </a:r>
        </a:p>
      </dgm:t>
    </dgm:pt>
    <dgm:pt modelId="{F28DBF57-D6A7-463D-8BF4-52DA56F07BC3}" type="parTrans" cxnId="{FCC8EF06-B9D0-49D8-9633-CFC13B305E6C}">
      <dgm:prSet/>
      <dgm:spPr/>
      <dgm:t>
        <a:bodyPr/>
        <a:lstStyle/>
        <a:p>
          <a:endParaRPr lang="en-US"/>
        </a:p>
      </dgm:t>
    </dgm:pt>
    <dgm:pt modelId="{24FD58AC-DACB-4E42-BE8D-7EBF19E01D0B}" type="sibTrans" cxnId="{FCC8EF06-B9D0-49D8-9633-CFC13B305E6C}">
      <dgm:prSet/>
      <dgm:spPr/>
      <dgm:t>
        <a:bodyPr/>
        <a:lstStyle/>
        <a:p>
          <a:endParaRPr lang="en-US"/>
        </a:p>
      </dgm:t>
    </dgm:pt>
    <dgm:pt modelId="{D77C5F94-2E7E-4BD8-A838-3C83387ACAAE}">
      <dgm:prSet/>
      <dgm:spPr/>
      <dgm:t>
        <a:bodyPr/>
        <a:lstStyle/>
        <a:p>
          <a:r>
            <a:rPr lang="en-US"/>
            <a:t>• Ergonomic assessment program</a:t>
          </a:r>
        </a:p>
      </dgm:t>
    </dgm:pt>
    <dgm:pt modelId="{C6133F13-E6CB-4353-AC98-CE33E5B9ED7F}" type="parTrans" cxnId="{CBB5C0E1-A39D-47ED-A3F2-39DF583C4FA4}">
      <dgm:prSet/>
      <dgm:spPr/>
      <dgm:t>
        <a:bodyPr/>
        <a:lstStyle/>
        <a:p>
          <a:endParaRPr lang="en-US"/>
        </a:p>
      </dgm:t>
    </dgm:pt>
    <dgm:pt modelId="{E8E83764-309E-4BB8-83D0-5A456A3877D4}" type="sibTrans" cxnId="{CBB5C0E1-A39D-47ED-A3F2-39DF583C4FA4}">
      <dgm:prSet/>
      <dgm:spPr/>
      <dgm:t>
        <a:bodyPr/>
        <a:lstStyle/>
        <a:p>
          <a:endParaRPr lang="en-US"/>
        </a:p>
      </dgm:t>
    </dgm:pt>
    <dgm:pt modelId="{F319B7E4-5973-48B7-BFB8-D1FF0419CBBF}">
      <dgm:prSet/>
      <dgm:spPr/>
      <dgm:t>
        <a:bodyPr/>
        <a:lstStyle/>
        <a:p>
          <a:r>
            <a:rPr lang="en-US"/>
            <a:t>($155K savings potential)</a:t>
          </a:r>
        </a:p>
      </dgm:t>
    </dgm:pt>
    <dgm:pt modelId="{950D4138-776D-46E9-AC0B-AC932247D327}" type="parTrans" cxnId="{161D27EE-33E0-4355-95D1-E8F4B2042032}">
      <dgm:prSet/>
      <dgm:spPr/>
      <dgm:t>
        <a:bodyPr/>
        <a:lstStyle/>
        <a:p>
          <a:endParaRPr lang="en-US"/>
        </a:p>
      </dgm:t>
    </dgm:pt>
    <dgm:pt modelId="{3BCDFCAB-3950-4D59-AC76-339B8F45E2E9}" type="sibTrans" cxnId="{161D27EE-33E0-4355-95D1-E8F4B2042032}">
      <dgm:prSet/>
      <dgm:spPr/>
      <dgm:t>
        <a:bodyPr/>
        <a:lstStyle/>
        <a:p>
          <a:endParaRPr lang="en-US"/>
        </a:p>
      </dgm:t>
    </dgm:pt>
    <dgm:pt modelId="{8A56C7C2-59ED-4B56-889B-A843200087E5}">
      <dgm:prSet/>
      <dgm:spPr/>
      <dgm:t>
        <a:bodyPr/>
        <a:lstStyle/>
        <a:p>
          <a:r>
            <a:rPr lang="en-US"/>
            <a:t>• Remote work pilot (10-25km commuters)</a:t>
          </a:r>
        </a:p>
      </dgm:t>
    </dgm:pt>
    <dgm:pt modelId="{899F1D73-22DA-45FE-8533-283F9AA00BEE}" type="parTrans" cxnId="{C7B41B01-4532-4CFC-95E0-7C422275B36C}">
      <dgm:prSet/>
      <dgm:spPr/>
      <dgm:t>
        <a:bodyPr/>
        <a:lstStyle/>
        <a:p>
          <a:endParaRPr lang="en-US"/>
        </a:p>
      </dgm:t>
    </dgm:pt>
    <dgm:pt modelId="{A7E6C666-1BE8-47B3-A159-D7B05CB5D952}" type="sibTrans" cxnId="{C7B41B01-4532-4CFC-95E0-7C422275B36C}">
      <dgm:prSet/>
      <dgm:spPr/>
      <dgm:t>
        <a:bodyPr/>
        <a:lstStyle/>
        <a:p>
          <a:endParaRPr lang="en-US"/>
        </a:p>
      </dgm:t>
    </dgm:pt>
    <dgm:pt modelId="{354004C9-DD66-4BD7-ACE6-490E40B7DAC9}">
      <dgm:prSet/>
      <dgm:spPr/>
      <dgm:t>
        <a:bodyPr/>
        <a:lstStyle/>
        <a:p>
          <a:r>
            <a:rPr lang="en-US"/>
            <a:t>• Shift to performance-based management</a:t>
          </a:r>
        </a:p>
      </dgm:t>
    </dgm:pt>
    <dgm:pt modelId="{BD8073CB-1211-4F7B-AB53-5756F8E64D94}" type="parTrans" cxnId="{E32AB0C3-1D63-424E-A380-1F387F6E04C1}">
      <dgm:prSet/>
      <dgm:spPr/>
      <dgm:t>
        <a:bodyPr/>
        <a:lstStyle/>
        <a:p>
          <a:endParaRPr lang="en-US"/>
        </a:p>
      </dgm:t>
    </dgm:pt>
    <dgm:pt modelId="{095D1FE8-6EE8-45A1-85EB-581CF1D1AFF2}" type="sibTrans" cxnId="{E32AB0C3-1D63-424E-A380-1F387F6E04C1}">
      <dgm:prSet/>
      <dgm:spPr/>
      <dgm:t>
        <a:bodyPr/>
        <a:lstStyle/>
        <a:p>
          <a:endParaRPr lang="en-US"/>
        </a:p>
      </dgm:t>
    </dgm:pt>
    <dgm:pt modelId="{9B4758ED-E66E-45EE-80B2-B39F726A08BA}">
      <dgm:prSet/>
      <dgm:spPr/>
      <dgm:t>
        <a:bodyPr/>
        <a:lstStyle/>
        <a:p>
          <a:r>
            <a:rPr lang="en-US"/>
            <a:t>TIER 3 - Medium-Term (6 Months):</a:t>
          </a:r>
        </a:p>
      </dgm:t>
    </dgm:pt>
    <dgm:pt modelId="{FC054685-5B80-454D-96DB-E6C482A6D6AF}" type="parTrans" cxnId="{CD573E76-82F4-4597-9D81-8B282695A51A}">
      <dgm:prSet/>
      <dgm:spPr/>
      <dgm:t>
        <a:bodyPr/>
        <a:lstStyle/>
        <a:p>
          <a:endParaRPr lang="en-US"/>
        </a:p>
      </dgm:t>
    </dgm:pt>
    <dgm:pt modelId="{067C372D-2C0B-4014-AC17-7D29FCBAC38B}" type="sibTrans" cxnId="{CD573E76-82F4-4597-9D81-8B282695A51A}">
      <dgm:prSet/>
      <dgm:spPr/>
      <dgm:t>
        <a:bodyPr/>
        <a:lstStyle/>
        <a:p>
          <a:endParaRPr lang="en-US"/>
        </a:p>
      </dgm:t>
    </dgm:pt>
    <dgm:pt modelId="{94EF48EA-8FA7-4659-AB4F-2D1E89B291B1}">
      <dgm:prSet/>
      <dgm:spPr/>
      <dgm:t>
        <a:bodyPr/>
        <a:lstStyle/>
        <a:p>
          <a:r>
            <a:rPr lang="en-US"/>
            <a:t>• Age-targeted wellness (30-40 group)</a:t>
          </a:r>
        </a:p>
      </dgm:t>
    </dgm:pt>
    <dgm:pt modelId="{93217A7A-63C2-4284-9BA6-243582CCC52F}" type="parTrans" cxnId="{C82A36CF-2C6A-4ACE-8BE1-5D9CBBC5796E}">
      <dgm:prSet/>
      <dgm:spPr/>
      <dgm:t>
        <a:bodyPr/>
        <a:lstStyle/>
        <a:p>
          <a:endParaRPr lang="en-US"/>
        </a:p>
      </dgm:t>
    </dgm:pt>
    <dgm:pt modelId="{F7E8C331-E69B-44CF-AF90-75BF93B61F08}" type="sibTrans" cxnId="{C82A36CF-2C6A-4ACE-8BE1-5D9CBBC5796E}">
      <dgm:prSet/>
      <dgm:spPr/>
      <dgm:t>
        <a:bodyPr/>
        <a:lstStyle/>
        <a:p>
          <a:endParaRPr lang="en-US"/>
        </a:p>
      </dgm:t>
    </dgm:pt>
    <dgm:pt modelId="{64FBF94B-785B-4ADC-89E7-CB8FD5522C82}">
      <dgm:prSet/>
      <dgm:spPr/>
      <dgm:t>
        <a:bodyPr/>
        <a:lstStyle/>
        <a:p>
          <a:r>
            <a:rPr lang="en-US"/>
            <a:t>• Incentivize preventive care</a:t>
          </a:r>
        </a:p>
      </dgm:t>
    </dgm:pt>
    <dgm:pt modelId="{978A98DC-9A06-4329-A1BE-B95E7D78A9F9}" type="parTrans" cxnId="{F99134CD-0E86-473A-B7CC-84DC171E9A7B}">
      <dgm:prSet/>
      <dgm:spPr/>
      <dgm:t>
        <a:bodyPr/>
        <a:lstStyle/>
        <a:p>
          <a:endParaRPr lang="en-US"/>
        </a:p>
      </dgm:t>
    </dgm:pt>
    <dgm:pt modelId="{089DCE3A-65CB-493E-BC72-E4B218834106}" type="sibTrans" cxnId="{F99134CD-0E86-473A-B7CC-84DC171E9A7B}">
      <dgm:prSet/>
      <dgm:spPr/>
      <dgm:t>
        <a:bodyPr/>
        <a:lstStyle/>
        <a:p>
          <a:endParaRPr lang="en-US"/>
        </a:p>
      </dgm:t>
    </dgm:pt>
    <dgm:pt modelId="{107615A2-91DD-424C-AEED-F1CD8B68DB41}">
      <dgm:prSet/>
      <dgm:spPr/>
      <dgm:t>
        <a:bodyPr/>
        <a:lstStyle/>
        <a:p>
          <a:r>
            <a:rPr lang="en-US"/>
            <a:t>• Health literacy programs</a:t>
          </a:r>
        </a:p>
      </dgm:t>
    </dgm:pt>
    <dgm:pt modelId="{C21C2603-0134-4920-82CD-F7AD224E94E2}" type="parTrans" cxnId="{86C0936D-BB96-492A-BEB4-1335CEE8708A}">
      <dgm:prSet/>
      <dgm:spPr/>
      <dgm:t>
        <a:bodyPr/>
        <a:lstStyle/>
        <a:p>
          <a:endParaRPr lang="en-US"/>
        </a:p>
      </dgm:t>
    </dgm:pt>
    <dgm:pt modelId="{3B6E6075-F5A2-484D-9067-23EADBAAA406}" type="sibTrans" cxnId="{86C0936D-BB96-492A-BEB4-1335CEE8708A}">
      <dgm:prSet/>
      <dgm:spPr/>
      <dgm:t>
        <a:bodyPr/>
        <a:lstStyle/>
        <a:p>
          <a:endParaRPr lang="en-US"/>
        </a:p>
      </dgm:t>
    </dgm:pt>
    <dgm:pt modelId="{CA05CC5B-23A7-481F-AA82-52230150F147}">
      <dgm:prSet/>
      <dgm:spPr/>
      <dgm:t>
        <a:bodyPr/>
        <a:lstStyle/>
        <a:p>
          <a:r>
            <a:rPr lang="en-US"/>
            <a:t>TIER 4 - Long-Term (12+ Months):</a:t>
          </a:r>
        </a:p>
      </dgm:t>
    </dgm:pt>
    <dgm:pt modelId="{19DC0988-B27D-4C58-B3F1-88DA55E48A02}" type="parTrans" cxnId="{BD5030E4-EBB6-4C1C-AEB5-8A27B6D90637}">
      <dgm:prSet/>
      <dgm:spPr/>
      <dgm:t>
        <a:bodyPr/>
        <a:lstStyle/>
        <a:p>
          <a:endParaRPr lang="en-US"/>
        </a:p>
      </dgm:t>
    </dgm:pt>
    <dgm:pt modelId="{19F1EFEA-837E-4AEB-9892-7D243CD8CB93}" type="sibTrans" cxnId="{BD5030E4-EBB6-4C1C-AEB5-8A27B6D90637}">
      <dgm:prSet/>
      <dgm:spPr/>
      <dgm:t>
        <a:bodyPr/>
        <a:lstStyle/>
        <a:p>
          <a:endParaRPr lang="en-US"/>
        </a:p>
      </dgm:t>
    </dgm:pt>
    <dgm:pt modelId="{542756C1-AAE1-41F0-ADF9-4CAA81CD405D}">
      <dgm:prSet/>
      <dgm:spPr/>
      <dgm:t>
        <a:bodyPr/>
        <a:lstStyle/>
        <a:p>
          <a:r>
            <a:rPr lang="en-US"/>
            <a:t>• Predictive analytics expansion</a:t>
          </a:r>
        </a:p>
      </dgm:t>
    </dgm:pt>
    <dgm:pt modelId="{B5E61DB2-C38D-4B15-A96C-A2AC1E318D04}" type="parTrans" cxnId="{FFE7D04F-EC56-4C58-BAA1-B19298E148A9}">
      <dgm:prSet/>
      <dgm:spPr/>
      <dgm:t>
        <a:bodyPr/>
        <a:lstStyle/>
        <a:p>
          <a:endParaRPr lang="en-US"/>
        </a:p>
      </dgm:t>
    </dgm:pt>
    <dgm:pt modelId="{2E1FF743-46C9-4615-890B-AF2450844405}" type="sibTrans" cxnId="{FFE7D04F-EC56-4C58-BAA1-B19298E148A9}">
      <dgm:prSet/>
      <dgm:spPr/>
      <dgm:t>
        <a:bodyPr/>
        <a:lstStyle/>
        <a:p>
          <a:endParaRPr lang="en-US"/>
        </a:p>
      </dgm:t>
    </dgm:pt>
    <dgm:pt modelId="{64767D33-28DF-4B5B-AC70-9D3E55109F82}">
      <dgm:prSet/>
      <dgm:spPr/>
      <dgm:t>
        <a:bodyPr/>
        <a:lstStyle/>
        <a:p>
          <a:r>
            <a:rPr lang="en-US"/>
            <a:t>• Culture transformation</a:t>
          </a:r>
        </a:p>
      </dgm:t>
    </dgm:pt>
    <dgm:pt modelId="{A043FE46-BCCF-47E8-B718-7AFC19B83F88}" type="parTrans" cxnId="{D1BD1AF8-4A53-4D73-960D-97C07DE97A80}">
      <dgm:prSet/>
      <dgm:spPr/>
      <dgm:t>
        <a:bodyPr/>
        <a:lstStyle/>
        <a:p>
          <a:endParaRPr lang="en-US"/>
        </a:p>
      </dgm:t>
    </dgm:pt>
    <dgm:pt modelId="{66750CB8-A811-422D-8232-3DD5A3A95651}" type="sibTrans" cxnId="{D1BD1AF8-4A53-4D73-960D-97C07DE97A80}">
      <dgm:prSet/>
      <dgm:spPr/>
      <dgm:t>
        <a:bodyPr/>
        <a:lstStyle/>
        <a:p>
          <a:endParaRPr lang="en-US"/>
        </a:p>
      </dgm:t>
    </dgm:pt>
    <dgm:pt modelId="{773094C1-28E2-4C18-8619-1198796C28B5}">
      <dgm:prSet/>
      <dgm:spPr/>
      <dgm:t>
        <a:bodyPr/>
        <a:lstStyle/>
        <a:p>
          <a:r>
            <a:rPr lang="en-US"/>
            <a:t>• Continuous monitoring</a:t>
          </a:r>
        </a:p>
      </dgm:t>
    </dgm:pt>
    <dgm:pt modelId="{4647831F-2BF3-4F50-A3A4-C5C81C802BE7}" type="parTrans" cxnId="{4DC33454-F8E4-4327-8548-9B8882BBC43C}">
      <dgm:prSet/>
      <dgm:spPr/>
      <dgm:t>
        <a:bodyPr/>
        <a:lstStyle/>
        <a:p>
          <a:endParaRPr lang="en-US"/>
        </a:p>
      </dgm:t>
    </dgm:pt>
    <dgm:pt modelId="{D4685C05-EA24-4CFC-B50B-E69C66E84D34}" type="sibTrans" cxnId="{4DC33454-F8E4-4327-8548-9B8882BBC43C}">
      <dgm:prSet/>
      <dgm:spPr/>
      <dgm:t>
        <a:bodyPr/>
        <a:lstStyle/>
        <a:p>
          <a:endParaRPr lang="en-US"/>
        </a:p>
      </dgm:t>
    </dgm:pt>
    <dgm:pt modelId="{AC4AEFFF-8205-434C-8331-900F5CFC4A23}">
      <dgm:prSet/>
      <dgm:spPr/>
      <dgm:t>
        <a:bodyPr/>
        <a:lstStyle/>
        <a:p>
          <a:r>
            <a:rPr lang="en-US"/>
            <a:t>💰 ROI: Year 1: $200-300K</a:t>
          </a:r>
        </a:p>
      </dgm:t>
    </dgm:pt>
    <dgm:pt modelId="{F899BF94-A48B-4841-B1F4-150A753EFD65}" type="parTrans" cxnId="{68D0933D-B888-471B-BD19-4D07C7B7CCE1}">
      <dgm:prSet/>
      <dgm:spPr/>
      <dgm:t>
        <a:bodyPr/>
        <a:lstStyle/>
        <a:p>
          <a:endParaRPr lang="en-US"/>
        </a:p>
      </dgm:t>
    </dgm:pt>
    <dgm:pt modelId="{568A3958-B68D-40BE-B44F-DDF65A6AE1C1}" type="sibTrans" cxnId="{68D0933D-B888-471B-BD19-4D07C7B7CCE1}">
      <dgm:prSet/>
      <dgm:spPr/>
      <dgm:t>
        <a:bodyPr/>
        <a:lstStyle/>
        <a:p>
          <a:endParaRPr lang="en-US"/>
        </a:p>
      </dgm:t>
    </dgm:pt>
    <dgm:pt modelId="{E3F63231-1C6B-49C5-B80A-1260D5D575A9}">
      <dgm:prSet/>
      <dgm:spPr/>
      <dgm:t>
        <a:bodyPr/>
        <a:lstStyle/>
        <a:p>
          <a:r>
            <a:rPr lang="en-US"/>
            <a:t>3-Year: $600K-$1M | 4:1 to 10:1</a:t>
          </a:r>
        </a:p>
      </dgm:t>
    </dgm:pt>
    <dgm:pt modelId="{D1464F9B-CEFB-4658-9F58-F374C9116EE2}" type="parTrans" cxnId="{DFCB97D9-5693-470B-87DE-B38879D40BC7}">
      <dgm:prSet/>
      <dgm:spPr/>
      <dgm:t>
        <a:bodyPr/>
        <a:lstStyle/>
        <a:p>
          <a:endParaRPr lang="en-US"/>
        </a:p>
      </dgm:t>
    </dgm:pt>
    <dgm:pt modelId="{8C6FA70A-60BF-482B-AE6F-0262B99A4031}" type="sibTrans" cxnId="{DFCB97D9-5693-470B-87DE-B38879D40BC7}">
      <dgm:prSet/>
      <dgm:spPr/>
      <dgm:t>
        <a:bodyPr/>
        <a:lstStyle/>
        <a:p>
          <a:endParaRPr lang="en-US"/>
        </a:p>
      </dgm:t>
    </dgm:pt>
    <dgm:pt modelId="{E0CFA25A-8288-4622-B302-31E80B862BCC}" type="pres">
      <dgm:prSet presAssocID="{09D31212-D4A3-4E37-8D8D-9E644EFD9318}" presName="Name0" presStyleCnt="0">
        <dgm:presLayoutVars>
          <dgm:dir/>
          <dgm:resizeHandles val="exact"/>
        </dgm:presLayoutVars>
      </dgm:prSet>
      <dgm:spPr/>
    </dgm:pt>
    <dgm:pt modelId="{4AF119A1-4B21-40C9-944B-8AC3B0E47E9A}" type="pres">
      <dgm:prSet presAssocID="{12969537-5AA3-45DE-BFAC-0D69893947F8}" presName="node" presStyleLbl="node1" presStyleIdx="0" presStyleCnt="20">
        <dgm:presLayoutVars>
          <dgm:bulletEnabled val="1"/>
        </dgm:presLayoutVars>
      </dgm:prSet>
      <dgm:spPr/>
    </dgm:pt>
    <dgm:pt modelId="{7B27A273-C3E3-4360-A5BB-C96AB76535AA}" type="pres">
      <dgm:prSet presAssocID="{634DE50A-2327-4174-961F-5FD4972B5C32}" presName="sibTrans" presStyleLbl="sibTrans1D1" presStyleIdx="0" presStyleCnt="19"/>
      <dgm:spPr/>
    </dgm:pt>
    <dgm:pt modelId="{FCD59E47-E295-4371-9739-FEBF07223C92}" type="pres">
      <dgm:prSet presAssocID="{634DE50A-2327-4174-961F-5FD4972B5C32}" presName="connectorText" presStyleLbl="sibTrans1D1" presStyleIdx="0" presStyleCnt="19"/>
      <dgm:spPr/>
    </dgm:pt>
    <dgm:pt modelId="{77E9D4A9-068C-4590-BC45-36427FE9AC4F}" type="pres">
      <dgm:prSet presAssocID="{81CD535F-05D5-4A3C-B000-23F3DAFCA55B}" presName="node" presStyleLbl="node1" presStyleIdx="1" presStyleCnt="20">
        <dgm:presLayoutVars>
          <dgm:bulletEnabled val="1"/>
        </dgm:presLayoutVars>
      </dgm:prSet>
      <dgm:spPr/>
    </dgm:pt>
    <dgm:pt modelId="{0B4BD2F1-D48A-4A22-96E5-2B5F1D84565C}" type="pres">
      <dgm:prSet presAssocID="{3A5BC425-C529-4660-BB7C-EE809EAC5DA0}" presName="sibTrans" presStyleLbl="sibTrans1D1" presStyleIdx="1" presStyleCnt="19"/>
      <dgm:spPr/>
    </dgm:pt>
    <dgm:pt modelId="{C079DAB4-568E-4BA2-B683-5209CE5B0AF1}" type="pres">
      <dgm:prSet presAssocID="{3A5BC425-C529-4660-BB7C-EE809EAC5DA0}" presName="connectorText" presStyleLbl="sibTrans1D1" presStyleIdx="1" presStyleCnt="19"/>
      <dgm:spPr/>
    </dgm:pt>
    <dgm:pt modelId="{EF828871-0F56-44C0-98AB-1375FE425BAC}" type="pres">
      <dgm:prSet presAssocID="{05C6897A-44C1-4E9E-9B34-2138C8F16CAB}" presName="node" presStyleLbl="node1" presStyleIdx="2" presStyleCnt="20">
        <dgm:presLayoutVars>
          <dgm:bulletEnabled val="1"/>
        </dgm:presLayoutVars>
      </dgm:prSet>
      <dgm:spPr/>
    </dgm:pt>
    <dgm:pt modelId="{2812FCC5-4D1D-4807-8AE7-1F2843E20528}" type="pres">
      <dgm:prSet presAssocID="{8B41E2F7-4A1D-4479-B2DA-634CAA0533D4}" presName="sibTrans" presStyleLbl="sibTrans1D1" presStyleIdx="2" presStyleCnt="19"/>
      <dgm:spPr/>
    </dgm:pt>
    <dgm:pt modelId="{AF86AC26-D5EC-487E-90AF-319DC8673EF2}" type="pres">
      <dgm:prSet presAssocID="{8B41E2F7-4A1D-4479-B2DA-634CAA0533D4}" presName="connectorText" presStyleLbl="sibTrans1D1" presStyleIdx="2" presStyleCnt="19"/>
      <dgm:spPr/>
    </dgm:pt>
    <dgm:pt modelId="{2EC9DEEF-5A8E-4039-A428-D58428E43994}" type="pres">
      <dgm:prSet presAssocID="{48E03742-7D9D-4A60-BFAB-097B2D7EF6DC}" presName="node" presStyleLbl="node1" presStyleIdx="3" presStyleCnt="20">
        <dgm:presLayoutVars>
          <dgm:bulletEnabled val="1"/>
        </dgm:presLayoutVars>
      </dgm:prSet>
      <dgm:spPr/>
    </dgm:pt>
    <dgm:pt modelId="{44BE39E8-CD7C-44A1-9B4F-4B2B1AA3C2D2}" type="pres">
      <dgm:prSet presAssocID="{54C3449B-1D6F-4B8A-8318-6FF0140F46F8}" presName="sibTrans" presStyleLbl="sibTrans1D1" presStyleIdx="3" presStyleCnt="19"/>
      <dgm:spPr/>
    </dgm:pt>
    <dgm:pt modelId="{53EF16B5-FEF2-4016-BDDF-8943A8F6990D}" type="pres">
      <dgm:prSet presAssocID="{54C3449B-1D6F-4B8A-8318-6FF0140F46F8}" presName="connectorText" presStyleLbl="sibTrans1D1" presStyleIdx="3" presStyleCnt="19"/>
      <dgm:spPr/>
    </dgm:pt>
    <dgm:pt modelId="{CFAD9E16-EDC4-4341-A302-8A6B3C6432A4}" type="pres">
      <dgm:prSet presAssocID="{43C8B51B-9588-4C11-B914-020CAA13ED56}" presName="node" presStyleLbl="node1" presStyleIdx="4" presStyleCnt="20">
        <dgm:presLayoutVars>
          <dgm:bulletEnabled val="1"/>
        </dgm:presLayoutVars>
      </dgm:prSet>
      <dgm:spPr/>
    </dgm:pt>
    <dgm:pt modelId="{6EFFDFC5-9314-472B-AB72-F26634504D0D}" type="pres">
      <dgm:prSet presAssocID="{863E0A8C-715E-42CE-BD7B-F2BC616CC48D}" presName="sibTrans" presStyleLbl="sibTrans1D1" presStyleIdx="4" presStyleCnt="19"/>
      <dgm:spPr/>
    </dgm:pt>
    <dgm:pt modelId="{727F1749-5379-4AA2-9AF0-A0A2A8F48B54}" type="pres">
      <dgm:prSet presAssocID="{863E0A8C-715E-42CE-BD7B-F2BC616CC48D}" presName="connectorText" presStyleLbl="sibTrans1D1" presStyleIdx="4" presStyleCnt="19"/>
      <dgm:spPr/>
    </dgm:pt>
    <dgm:pt modelId="{C60A9037-2862-4119-A879-5DD6653321E8}" type="pres">
      <dgm:prSet presAssocID="{1F1B844C-3AD4-4344-A1D4-C81215427B82}" presName="node" presStyleLbl="node1" presStyleIdx="5" presStyleCnt="20">
        <dgm:presLayoutVars>
          <dgm:bulletEnabled val="1"/>
        </dgm:presLayoutVars>
      </dgm:prSet>
      <dgm:spPr/>
    </dgm:pt>
    <dgm:pt modelId="{1FA886DE-B7ED-448C-A0D9-A357EB07DD18}" type="pres">
      <dgm:prSet presAssocID="{24FD58AC-DACB-4E42-BE8D-7EBF19E01D0B}" presName="sibTrans" presStyleLbl="sibTrans1D1" presStyleIdx="5" presStyleCnt="19"/>
      <dgm:spPr/>
    </dgm:pt>
    <dgm:pt modelId="{3ACAFABD-4B6E-47E4-95F8-E0EC6AEDC268}" type="pres">
      <dgm:prSet presAssocID="{24FD58AC-DACB-4E42-BE8D-7EBF19E01D0B}" presName="connectorText" presStyleLbl="sibTrans1D1" presStyleIdx="5" presStyleCnt="19"/>
      <dgm:spPr/>
    </dgm:pt>
    <dgm:pt modelId="{0ECF44C7-F014-430B-A34B-8EA7ACCA38E8}" type="pres">
      <dgm:prSet presAssocID="{D77C5F94-2E7E-4BD8-A838-3C83387ACAAE}" presName="node" presStyleLbl="node1" presStyleIdx="6" presStyleCnt="20">
        <dgm:presLayoutVars>
          <dgm:bulletEnabled val="1"/>
        </dgm:presLayoutVars>
      </dgm:prSet>
      <dgm:spPr/>
    </dgm:pt>
    <dgm:pt modelId="{1D605249-C685-4060-B092-9876346BE92B}" type="pres">
      <dgm:prSet presAssocID="{E8E83764-309E-4BB8-83D0-5A456A3877D4}" presName="sibTrans" presStyleLbl="sibTrans1D1" presStyleIdx="6" presStyleCnt="19"/>
      <dgm:spPr/>
    </dgm:pt>
    <dgm:pt modelId="{14B4A252-3AEF-4AF7-BCA7-4195F52F388A}" type="pres">
      <dgm:prSet presAssocID="{E8E83764-309E-4BB8-83D0-5A456A3877D4}" presName="connectorText" presStyleLbl="sibTrans1D1" presStyleIdx="6" presStyleCnt="19"/>
      <dgm:spPr/>
    </dgm:pt>
    <dgm:pt modelId="{E5910EEB-35F8-4D02-986D-58E228A54C5E}" type="pres">
      <dgm:prSet presAssocID="{F319B7E4-5973-48B7-BFB8-D1FF0419CBBF}" presName="node" presStyleLbl="node1" presStyleIdx="7" presStyleCnt="20">
        <dgm:presLayoutVars>
          <dgm:bulletEnabled val="1"/>
        </dgm:presLayoutVars>
      </dgm:prSet>
      <dgm:spPr/>
    </dgm:pt>
    <dgm:pt modelId="{C4367358-E4AF-4B9B-BC33-6B33E26C9B3E}" type="pres">
      <dgm:prSet presAssocID="{3BCDFCAB-3950-4D59-AC76-339B8F45E2E9}" presName="sibTrans" presStyleLbl="sibTrans1D1" presStyleIdx="7" presStyleCnt="19"/>
      <dgm:spPr/>
    </dgm:pt>
    <dgm:pt modelId="{8778947F-60F8-44E6-B22C-B9156139AFFC}" type="pres">
      <dgm:prSet presAssocID="{3BCDFCAB-3950-4D59-AC76-339B8F45E2E9}" presName="connectorText" presStyleLbl="sibTrans1D1" presStyleIdx="7" presStyleCnt="19"/>
      <dgm:spPr/>
    </dgm:pt>
    <dgm:pt modelId="{4500257F-2226-4C3A-80F3-9B04D8A92001}" type="pres">
      <dgm:prSet presAssocID="{8A56C7C2-59ED-4B56-889B-A843200087E5}" presName="node" presStyleLbl="node1" presStyleIdx="8" presStyleCnt="20">
        <dgm:presLayoutVars>
          <dgm:bulletEnabled val="1"/>
        </dgm:presLayoutVars>
      </dgm:prSet>
      <dgm:spPr/>
    </dgm:pt>
    <dgm:pt modelId="{30070B34-0D72-4F36-9130-2C514B5F388C}" type="pres">
      <dgm:prSet presAssocID="{A7E6C666-1BE8-47B3-A159-D7B05CB5D952}" presName="sibTrans" presStyleLbl="sibTrans1D1" presStyleIdx="8" presStyleCnt="19"/>
      <dgm:spPr/>
    </dgm:pt>
    <dgm:pt modelId="{8D7127F5-F08C-4C6E-AA0E-D31328FDBF95}" type="pres">
      <dgm:prSet presAssocID="{A7E6C666-1BE8-47B3-A159-D7B05CB5D952}" presName="connectorText" presStyleLbl="sibTrans1D1" presStyleIdx="8" presStyleCnt="19"/>
      <dgm:spPr/>
    </dgm:pt>
    <dgm:pt modelId="{D1A111B5-1D00-47F7-B168-68578AA7D6F6}" type="pres">
      <dgm:prSet presAssocID="{354004C9-DD66-4BD7-ACE6-490E40B7DAC9}" presName="node" presStyleLbl="node1" presStyleIdx="9" presStyleCnt="20">
        <dgm:presLayoutVars>
          <dgm:bulletEnabled val="1"/>
        </dgm:presLayoutVars>
      </dgm:prSet>
      <dgm:spPr/>
    </dgm:pt>
    <dgm:pt modelId="{B4E280E0-A960-4AB4-A68B-C546C1C0B991}" type="pres">
      <dgm:prSet presAssocID="{095D1FE8-6EE8-45A1-85EB-581CF1D1AFF2}" presName="sibTrans" presStyleLbl="sibTrans1D1" presStyleIdx="9" presStyleCnt="19"/>
      <dgm:spPr/>
    </dgm:pt>
    <dgm:pt modelId="{06218895-7321-4C7C-B6D7-0F824297F1EE}" type="pres">
      <dgm:prSet presAssocID="{095D1FE8-6EE8-45A1-85EB-581CF1D1AFF2}" presName="connectorText" presStyleLbl="sibTrans1D1" presStyleIdx="9" presStyleCnt="19"/>
      <dgm:spPr/>
    </dgm:pt>
    <dgm:pt modelId="{DAAB0C64-87A4-4710-A19F-197A1A6BD438}" type="pres">
      <dgm:prSet presAssocID="{9B4758ED-E66E-45EE-80B2-B39F726A08BA}" presName="node" presStyleLbl="node1" presStyleIdx="10" presStyleCnt="20">
        <dgm:presLayoutVars>
          <dgm:bulletEnabled val="1"/>
        </dgm:presLayoutVars>
      </dgm:prSet>
      <dgm:spPr/>
    </dgm:pt>
    <dgm:pt modelId="{E03D9E2D-C553-4AAE-AFBE-17205A881544}" type="pres">
      <dgm:prSet presAssocID="{067C372D-2C0B-4014-AC17-7D29FCBAC38B}" presName="sibTrans" presStyleLbl="sibTrans1D1" presStyleIdx="10" presStyleCnt="19"/>
      <dgm:spPr/>
    </dgm:pt>
    <dgm:pt modelId="{6C49969E-B681-4446-974A-A01E0ED20C5A}" type="pres">
      <dgm:prSet presAssocID="{067C372D-2C0B-4014-AC17-7D29FCBAC38B}" presName="connectorText" presStyleLbl="sibTrans1D1" presStyleIdx="10" presStyleCnt="19"/>
      <dgm:spPr/>
    </dgm:pt>
    <dgm:pt modelId="{0A278677-1681-4CE9-81C5-D6312D420BE2}" type="pres">
      <dgm:prSet presAssocID="{94EF48EA-8FA7-4659-AB4F-2D1E89B291B1}" presName="node" presStyleLbl="node1" presStyleIdx="11" presStyleCnt="20">
        <dgm:presLayoutVars>
          <dgm:bulletEnabled val="1"/>
        </dgm:presLayoutVars>
      </dgm:prSet>
      <dgm:spPr/>
    </dgm:pt>
    <dgm:pt modelId="{B59CFB07-F988-4C9B-91A7-BB72C6963235}" type="pres">
      <dgm:prSet presAssocID="{F7E8C331-E69B-44CF-AF90-75BF93B61F08}" presName="sibTrans" presStyleLbl="sibTrans1D1" presStyleIdx="11" presStyleCnt="19"/>
      <dgm:spPr/>
    </dgm:pt>
    <dgm:pt modelId="{35694FBB-CBD5-4008-8591-B9B2ACE1B626}" type="pres">
      <dgm:prSet presAssocID="{F7E8C331-E69B-44CF-AF90-75BF93B61F08}" presName="connectorText" presStyleLbl="sibTrans1D1" presStyleIdx="11" presStyleCnt="19"/>
      <dgm:spPr/>
    </dgm:pt>
    <dgm:pt modelId="{08166277-6F9C-4FC1-B8A6-54E368EE8820}" type="pres">
      <dgm:prSet presAssocID="{64FBF94B-785B-4ADC-89E7-CB8FD5522C82}" presName="node" presStyleLbl="node1" presStyleIdx="12" presStyleCnt="20">
        <dgm:presLayoutVars>
          <dgm:bulletEnabled val="1"/>
        </dgm:presLayoutVars>
      </dgm:prSet>
      <dgm:spPr/>
    </dgm:pt>
    <dgm:pt modelId="{74A58D30-3C6E-4431-A34C-500723578DAF}" type="pres">
      <dgm:prSet presAssocID="{089DCE3A-65CB-493E-BC72-E4B218834106}" presName="sibTrans" presStyleLbl="sibTrans1D1" presStyleIdx="12" presStyleCnt="19"/>
      <dgm:spPr/>
    </dgm:pt>
    <dgm:pt modelId="{ADF49FC4-A374-4BA1-9C5D-F94BE6A15960}" type="pres">
      <dgm:prSet presAssocID="{089DCE3A-65CB-493E-BC72-E4B218834106}" presName="connectorText" presStyleLbl="sibTrans1D1" presStyleIdx="12" presStyleCnt="19"/>
      <dgm:spPr/>
    </dgm:pt>
    <dgm:pt modelId="{423252AF-5412-4857-9486-68E7A1AD974A}" type="pres">
      <dgm:prSet presAssocID="{107615A2-91DD-424C-AEED-F1CD8B68DB41}" presName="node" presStyleLbl="node1" presStyleIdx="13" presStyleCnt="20">
        <dgm:presLayoutVars>
          <dgm:bulletEnabled val="1"/>
        </dgm:presLayoutVars>
      </dgm:prSet>
      <dgm:spPr/>
    </dgm:pt>
    <dgm:pt modelId="{F92B16A9-C12F-48DC-9E47-C87F41F96479}" type="pres">
      <dgm:prSet presAssocID="{3B6E6075-F5A2-484D-9067-23EADBAAA406}" presName="sibTrans" presStyleLbl="sibTrans1D1" presStyleIdx="13" presStyleCnt="19"/>
      <dgm:spPr/>
    </dgm:pt>
    <dgm:pt modelId="{5BCC3D7A-6670-4DC3-BE0E-8834BC156298}" type="pres">
      <dgm:prSet presAssocID="{3B6E6075-F5A2-484D-9067-23EADBAAA406}" presName="connectorText" presStyleLbl="sibTrans1D1" presStyleIdx="13" presStyleCnt="19"/>
      <dgm:spPr/>
    </dgm:pt>
    <dgm:pt modelId="{35831E8E-DC66-4C7F-8E0C-9654266CE7C1}" type="pres">
      <dgm:prSet presAssocID="{CA05CC5B-23A7-481F-AA82-52230150F147}" presName="node" presStyleLbl="node1" presStyleIdx="14" presStyleCnt="20">
        <dgm:presLayoutVars>
          <dgm:bulletEnabled val="1"/>
        </dgm:presLayoutVars>
      </dgm:prSet>
      <dgm:spPr/>
    </dgm:pt>
    <dgm:pt modelId="{A8169FDA-6200-438B-A280-90859BB88853}" type="pres">
      <dgm:prSet presAssocID="{19F1EFEA-837E-4AEB-9892-7D243CD8CB93}" presName="sibTrans" presStyleLbl="sibTrans1D1" presStyleIdx="14" presStyleCnt="19"/>
      <dgm:spPr/>
    </dgm:pt>
    <dgm:pt modelId="{CB7FC44B-83B6-48D3-B3CF-D4EF012F7DFE}" type="pres">
      <dgm:prSet presAssocID="{19F1EFEA-837E-4AEB-9892-7D243CD8CB93}" presName="connectorText" presStyleLbl="sibTrans1D1" presStyleIdx="14" presStyleCnt="19"/>
      <dgm:spPr/>
    </dgm:pt>
    <dgm:pt modelId="{CD6E13E6-5A24-4BE6-B8F4-6717B98EB3C0}" type="pres">
      <dgm:prSet presAssocID="{542756C1-AAE1-41F0-ADF9-4CAA81CD405D}" presName="node" presStyleLbl="node1" presStyleIdx="15" presStyleCnt="20">
        <dgm:presLayoutVars>
          <dgm:bulletEnabled val="1"/>
        </dgm:presLayoutVars>
      </dgm:prSet>
      <dgm:spPr/>
    </dgm:pt>
    <dgm:pt modelId="{5CC1616E-EA06-4702-B1D6-CD2D8FA0748F}" type="pres">
      <dgm:prSet presAssocID="{2E1FF743-46C9-4615-890B-AF2450844405}" presName="sibTrans" presStyleLbl="sibTrans1D1" presStyleIdx="15" presStyleCnt="19"/>
      <dgm:spPr/>
    </dgm:pt>
    <dgm:pt modelId="{D64B4942-FAC3-4C5F-B071-E298BC09F004}" type="pres">
      <dgm:prSet presAssocID="{2E1FF743-46C9-4615-890B-AF2450844405}" presName="connectorText" presStyleLbl="sibTrans1D1" presStyleIdx="15" presStyleCnt="19"/>
      <dgm:spPr/>
    </dgm:pt>
    <dgm:pt modelId="{95C8795E-334F-4EBF-8EB0-07AD97CB2B7F}" type="pres">
      <dgm:prSet presAssocID="{64767D33-28DF-4B5B-AC70-9D3E55109F82}" presName="node" presStyleLbl="node1" presStyleIdx="16" presStyleCnt="20">
        <dgm:presLayoutVars>
          <dgm:bulletEnabled val="1"/>
        </dgm:presLayoutVars>
      </dgm:prSet>
      <dgm:spPr/>
    </dgm:pt>
    <dgm:pt modelId="{3DAAF939-903E-47FC-B945-10F10FC6A08A}" type="pres">
      <dgm:prSet presAssocID="{66750CB8-A811-422D-8232-3DD5A3A95651}" presName="sibTrans" presStyleLbl="sibTrans1D1" presStyleIdx="16" presStyleCnt="19"/>
      <dgm:spPr/>
    </dgm:pt>
    <dgm:pt modelId="{C2D04B74-54CF-4C47-9EB6-1931B876BE5A}" type="pres">
      <dgm:prSet presAssocID="{66750CB8-A811-422D-8232-3DD5A3A95651}" presName="connectorText" presStyleLbl="sibTrans1D1" presStyleIdx="16" presStyleCnt="19"/>
      <dgm:spPr/>
    </dgm:pt>
    <dgm:pt modelId="{ADA85263-1776-49B7-BDC9-159D65FEEA9A}" type="pres">
      <dgm:prSet presAssocID="{773094C1-28E2-4C18-8619-1198796C28B5}" presName="node" presStyleLbl="node1" presStyleIdx="17" presStyleCnt="20">
        <dgm:presLayoutVars>
          <dgm:bulletEnabled val="1"/>
        </dgm:presLayoutVars>
      </dgm:prSet>
      <dgm:spPr/>
    </dgm:pt>
    <dgm:pt modelId="{96B5BBEC-55AC-4369-B08C-8E1BC954A205}" type="pres">
      <dgm:prSet presAssocID="{D4685C05-EA24-4CFC-B50B-E69C66E84D34}" presName="sibTrans" presStyleLbl="sibTrans1D1" presStyleIdx="17" presStyleCnt="19"/>
      <dgm:spPr/>
    </dgm:pt>
    <dgm:pt modelId="{7E734CB0-CBF4-4884-80AE-1F684A88B09E}" type="pres">
      <dgm:prSet presAssocID="{D4685C05-EA24-4CFC-B50B-E69C66E84D34}" presName="connectorText" presStyleLbl="sibTrans1D1" presStyleIdx="17" presStyleCnt="19"/>
      <dgm:spPr/>
    </dgm:pt>
    <dgm:pt modelId="{84058453-76BD-4C26-8518-64AB5BE55B6B}" type="pres">
      <dgm:prSet presAssocID="{AC4AEFFF-8205-434C-8331-900F5CFC4A23}" presName="node" presStyleLbl="node1" presStyleIdx="18" presStyleCnt="20">
        <dgm:presLayoutVars>
          <dgm:bulletEnabled val="1"/>
        </dgm:presLayoutVars>
      </dgm:prSet>
      <dgm:spPr/>
    </dgm:pt>
    <dgm:pt modelId="{F92B4ABE-6B9D-4D73-A851-8C4796FAC48B}" type="pres">
      <dgm:prSet presAssocID="{568A3958-B68D-40BE-B44F-DDF65A6AE1C1}" presName="sibTrans" presStyleLbl="sibTrans1D1" presStyleIdx="18" presStyleCnt="19"/>
      <dgm:spPr/>
    </dgm:pt>
    <dgm:pt modelId="{E41E8662-82F4-4631-81AD-57A26E78A7AE}" type="pres">
      <dgm:prSet presAssocID="{568A3958-B68D-40BE-B44F-DDF65A6AE1C1}" presName="connectorText" presStyleLbl="sibTrans1D1" presStyleIdx="18" presStyleCnt="19"/>
      <dgm:spPr/>
    </dgm:pt>
    <dgm:pt modelId="{37F0BD48-1BB9-4B8A-BC77-C71D250CC87F}" type="pres">
      <dgm:prSet presAssocID="{E3F63231-1C6B-49C5-B80A-1260D5D575A9}" presName="node" presStyleLbl="node1" presStyleIdx="19" presStyleCnt="20">
        <dgm:presLayoutVars>
          <dgm:bulletEnabled val="1"/>
        </dgm:presLayoutVars>
      </dgm:prSet>
      <dgm:spPr/>
    </dgm:pt>
  </dgm:ptLst>
  <dgm:cxnLst>
    <dgm:cxn modelId="{C7B41B01-4532-4CFC-95E0-7C422275B36C}" srcId="{09D31212-D4A3-4E37-8D8D-9E644EFD9318}" destId="{8A56C7C2-59ED-4B56-889B-A843200087E5}" srcOrd="8" destOrd="0" parTransId="{899F1D73-22DA-45FE-8533-283F9AA00BEE}" sibTransId="{A7E6C666-1BE8-47B3-A159-D7B05CB5D952}"/>
    <dgm:cxn modelId="{FCC8EF06-B9D0-49D8-9633-CFC13B305E6C}" srcId="{09D31212-D4A3-4E37-8D8D-9E644EFD9318}" destId="{1F1B844C-3AD4-4344-A1D4-C81215427B82}" srcOrd="5" destOrd="0" parTransId="{F28DBF57-D6A7-463D-8BF4-52DA56F07BC3}" sibTransId="{24FD58AC-DACB-4E42-BE8D-7EBF19E01D0B}"/>
    <dgm:cxn modelId="{00409015-F30C-4D5C-97D9-4BEB4FA31A67}" type="presOf" srcId="{095D1FE8-6EE8-45A1-85EB-581CF1D1AFF2}" destId="{06218895-7321-4C7C-B6D7-0F824297F1EE}" srcOrd="1" destOrd="0" presId="urn:microsoft.com/office/officeart/2016/7/layout/RepeatingBendingProcessNew"/>
    <dgm:cxn modelId="{E0AFBA16-48E7-49C1-BE3A-C33351A585C0}" type="presOf" srcId="{54C3449B-1D6F-4B8A-8318-6FF0140F46F8}" destId="{53EF16B5-FEF2-4016-BDDF-8943A8F6990D}" srcOrd="1" destOrd="0" presId="urn:microsoft.com/office/officeart/2016/7/layout/RepeatingBendingProcessNew"/>
    <dgm:cxn modelId="{8F003F19-ED29-46A1-B646-E738B15175D9}" srcId="{09D31212-D4A3-4E37-8D8D-9E644EFD9318}" destId="{48E03742-7D9D-4A60-BFAB-097B2D7EF6DC}" srcOrd="3" destOrd="0" parTransId="{F44A006E-8BA9-4C35-BDF4-EF42297C3B81}" sibTransId="{54C3449B-1D6F-4B8A-8318-6FF0140F46F8}"/>
    <dgm:cxn modelId="{82E3601A-3FA6-414A-AF96-E7ED80E82D57}" type="presOf" srcId="{8B41E2F7-4A1D-4479-B2DA-634CAA0533D4}" destId="{2812FCC5-4D1D-4807-8AE7-1F2843E20528}" srcOrd="0" destOrd="0" presId="urn:microsoft.com/office/officeart/2016/7/layout/RepeatingBendingProcessNew"/>
    <dgm:cxn modelId="{E9766E1B-0A39-48BE-AB95-C532482F73EA}" srcId="{09D31212-D4A3-4E37-8D8D-9E644EFD9318}" destId="{43C8B51B-9588-4C11-B914-020CAA13ED56}" srcOrd="4" destOrd="0" parTransId="{6D85AF22-6A04-49C4-A075-21E48AF1095C}" sibTransId="{863E0A8C-715E-42CE-BD7B-F2BC616CC48D}"/>
    <dgm:cxn modelId="{27AB4E1B-F3C7-469F-98B6-7167D29FC9DD}" type="presOf" srcId="{3BCDFCAB-3950-4D59-AC76-339B8F45E2E9}" destId="{8778947F-60F8-44E6-B22C-B9156139AFFC}" srcOrd="1" destOrd="0" presId="urn:microsoft.com/office/officeart/2016/7/layout/RepeatingBendingProcessNew"/>
    <dgm:cxn modelId="{C5EB491C-169B-407C-BC8D-A0DA57C21B1E}" type="presOf" srcId="{773094C1-28E2-4C18-8619-1198796C28B5}" destId="{ADA85263-1776-49B7-BDC9-159D65FEEA9A}" srcOrd="0" destOrd="0" presId="urn:microsoft.com/office/officeart/2016/7/layout/RepeatingBendingProcessNew"/>
    <dgm:cxn modelId="{9F90C51C-AF16-445C-97AD-0F8D536DB0E0}" type="presOf" srcId="{D77C5F94-2E7E-4BD8-A838-3C83387ACAAE}" destId="{0ECF44C7-F014-430B-A34B-8EA7ACCA38E8}" srcOrd="0" destOrd="0" presId="urn:microsoft.com/office/officeart/2016/7/layout/RepeatingBendingProcessNew"/>
    <dgm:cxn modelId="{1507301F-6A6B-48E0-B4A4-C8EFF9B570AC}" type="presOf" srcId="{E8E83764-309E-4BB8-83D0-5A456A3877D4}" destId="{14B4A252-3AEF-4AF7-BCA7-4195F52F388A}" srcOrd="1" destOrd="0" presId="urn:microsoft.com/office/officeart/2016/7/layout/RepeatingBendingProcessNew"/>
    <dgm:cxn modelId="{59F83C1F-DFA2-4A87-A99C-24FD09E57CC7}" type="presOf" srcId="{19F1EFEA-837E-4AEB-9892-7D243CD8CB93}" destId="{A8169FDA-6200-438B-A280-90859BB88853}" srcOrd="0" destOrd="0" presId="urn:microsoft.com/office/officeart/2016/7/layout/RepeatingBendingProcessNew"/>
    <dgm:cxn modelId="{30406B21-2FC8-49CC-AA9C-E24C4D5CF86E}" type="presOf" srcId="{D4685C05-EA24-4CFC-B50B-E69C66E84D34}" destId="{7E734CB0-CBF4-4884-80AE-1F684A88B09E}" srcOrd="1" destOrd="0" presId="urn:microsoft.com/office/officeart/2016/7/layout/RepeatingBendingProcessNew"/>
    <dgm:cxn modelId="{CA49E022-B9D7-435F-9642-221214347D8C}" type="presOf" srcId="{F319B7E4-5973-48B7-BFB8-D1FF0419CBBF}" destId="{E5910EEB-35F8-4D02-986D-58E228A54C5E}" srcOrd="0" destOrd="0" presId="urn:microsoft.com/office/officeart/2016/7/layout/RepeatingBendingProcessNew"/>
    <dgm:cxn modelId="{E5FCC523-8AEA-4EFC-AE89-7B41B3186D1C}" type="presOf" srcId="{A7E6C666-1BE8-47B3-A159-D7B05CB5D952}" destId="{30070B34-0D72-4F36-9130-2C514B5F388C}" srcOrd="0" destOrd="0" presId="urn:microsoft.com/office/officeart/2016/7/layout/RepeatingBendingProcessNew"/>
    <dgm:cxn modelId="{FAE66B25-F3DB-474F-99D3-086B52883EE8}" type="presOf" srcId="{089DCE3A-65CB-493E-BC72-E4B218834106}" destId="{ADF49FC4-A374-4BA1-9C5D-F94BE6A15960}" srcOrd="1" destOrd="0" presId="urn:microsoft.com/office/officeart/2016/7/layout/RepeatingBendingProcessNew"/>
    <dgm:cxn modelId="{7A9F2834-2358-440C-A328-F0F86BBF22FA}" type="presOf" srcId="{E3F63231-1C6B-49C5-B80A-1260D5D575A9}" destId="{37F0BD48-1BB9-4B8A-BC77-C71D250CC87F}" srcOrd="0" destOrd="0" presId="urn:microsoft.com/office/officeart/2016/7/layout/RepeatingBendingProcessNew"/>
    <dgm:cxn modelId="{C28FC036-3C47-47EE-92C0-04E70BDFEB61}" type="presOf" srcId="{E8E83764-309E-4BB8-83D0-5A456A3877D4}" destId="{1D605249-C685-4060-B092-9876346BE92B}" srcOrd="0" destOrd="0" presId="urn:microsoft.com/office/officeart/2016/7/layout/RepeatingBendingProcessNew"/>
    <dgm:cxn modelId="{20062A3A-AC5A-4EA6-8E0F-87F5CAC264C9}" type="presOf" srcId="{94EF48EA-8FA7-4659-AB4F-2D1E89B291B1}" destId="{0A278677-1681-4CE9-81C5-D6312D420BE2}" srcOrd="0" destOrd="0" presId="urn:microsoft.com/office/officeart/2016/7/layout/RepeatingBendingProcessNew"/>
    <dgm:cxn modelId="{68D0933D-B888-471B-BD19-4D07C7B7CCE1}" srcId="{09D31212-D4A3-4E37-8D8D-9E644EFD9318}" destId="{AC4AEFFF-8205-434C-8331-900F5CFC4A23}" srcOrd="18" destOrd="0" parTransId="{F899BF94-A48B-4841-B1F4-150A753EFD65}" sibTransId="{568A3958-B68D-40BE-B44F-DDF65A6AE1C1}"/>
    <dgm:cxn modelId="{CDD8243E-B33C-48C2-BAFF-544186B5C304}" type="presOf" srcId="{AC4AEFFF-8205-434C-8331-900F5CFC4A23}" destId="{84058453-76BD-4C26-8518-64AB5BE55B6B}" srcOrd="0" destOrd="0" presId="urn:microsoft.com/office/officeart/2016/7/layout/RepeatingBendingProcessNew"/>
    <dgm:cxn modelId="{4BBB6C44-429B-4298-8F90-C67437FF8B1C}" type="presOf" srcId="{089DCE3A-65CB-493E-BC72-E4B218834106}" destId="{74A58D30-3C6E-4431-A34C-500723578DAF}" srcOrd="0" destOrd="0" presId="urn:microsoft.com/office/officeart/2016/7/layout/RepeatingBendingProcessNew"/>
    <dgm:cxn modelId="{FDC7F045-D7A9-4ED5-982D-F6FE87C3EDD9}" type="presOf" srcId="{9B4758ED-E66E-45EE-80B2-B39F726A08BA}" destId="{DAAB0C64-87A4-4710-A19F-197A1A6BD438}" srcOrd="0" destOrd="0" presId="urn:microsoft.com/office/officeart/2016/7/layout/RepeatingBendingProcessNew"/>
    <dgm:cxn modelId="{22146B47-09F9-4F85-B876-E78EA36806AC}" type="presOf" srcId="{09D31212-D4A3-4E37-8D8D-9E644EFD9318}" destId="{E0CFA25A-8288-4622-B302-31E80B862BCC}" srcOrd="0" destOrd="0" presId="urn:microsoft.com/office/officeart/2016/7/layout/RepeatingBendingProcessNew"/>
    <dgm:cxn modelId="{E3E36F4D-1476-4863-AAD4-D0C0B195B260}" type="presOf" srcId="{24FD58AC-DACB-4E42-BE8D-7EBF19E01D0B}" destId="{1FA886DE-B7ED-448C-A0D9-A357EB07DD18}" srcOrd="0" destOrd="0" presId="urn:microsoft.com/office/officeart/2016/7/layout/RepeatingBendingProcessNew"/>
    <dgm:cxn modelId="{86C0936D-BB96-492A-BEB4-1335CEE8708A}" srcId="{09D31212-D4A3-4E37-8D8D-9E644EFD9318}" destId="{107615A2-91DD-424C-AEED-F1CD8B68DB41}" srcOrd="13" destOrd="0" parTransId="{C21C2603-0134-4920-82CD-F7AD224E94E2}" sibTransId="{3B6E6075-F5A2-484D-9067-23EADBAAA406}"/>
    <dgm:cxn modelId="{8EDACF6E-2870-42E3-A703-41B606785129}" srcId="{09D31212-D4A3-4E37-8D8D-9E644EFD9318}" destId="{05C6897A-44C1-4E9E-9B34-2138C8F16CAB}" srcOrd="2" destOrd="0" parTransId="{DE47A604-E3E4-4F22-8A9D-3DDCAF9A662F}" sibTransId="{8B41E2F7-4A1D-4479-B2DA-634CAA0533D4}"/>
    <dgm:cxn modelId="{1913C56F-4136-4ABC-B7B5-025EF4FF96E4}" type="presOf" srcId="{64FBF94B-785B-4ADC-89E7-CB8FD5522C82}" destId="{08166277-6F9C-4FC1-B8A6-54E368EE8820}" srcOrd="0" destOrd="0" presId="urn:microsoft.com/office/officeart/2016/7/layout/RepeatingBendingProcessNew"/>
    <dgm:cxn modelId="{FFE7D04F-EC56-4C58-BAA1-B19298E148A9}" srcId="{09D31212-D4A3-4E37-8D8D-9E644EFD9318}" destId="{542756C1-AAE1-41F0-ADF9-4CAA81CD405D}" srcOrd="15" destOrd="0" parTransId="{B5E61DB2-C38D-4B15-A96C-A2AC1E318D04}" sibTransId="{2E1FF743-46C9-4615-890B-AF2450844405}"/>
    <dgm:cxn modelId="{13872A70-20AF-44D9-95D3-938E260D1E3E}" type="presOf" srcId="{A7E6C666-1BE8-47B3-A159-D7B05CB5D952}" destId="{8D7127F5-F08C-4C6E-AA0E-D31328FDBF95}" srcOrd="1" destOrd="0" presId="urn:microsoft.com/office/officeart/2016/7/layout/RepeatingBendingProcessNew"/>
    <dgm:cxn modelId="{FA664250-8CF4-4999-B7E3-A607C4BEA97B}" type="presOf" srcId="{3A5BC425-C529-4660-BB7C-EE809EAC5DA0}" destId="{0B4BD2F1-D48A-4A22-96E5-2B5F1D84565C}" srcOrd="0" destOrd="0" presId="urn:microsoft.com/office/officeart/2016/7/layout/RepeatingBendingProcessNew"/>
    <dgm:cxn modelId="{7A3E1272-762B-4705-BCF7-205213EC2101}" type="presOf" srcId="{12969537-5AA3-45DE-BFAC-0D69893947F8}" destId="{4AF119A1-4B21-40C9-944B-8AC3B0E47E9A}" srcOrd="0" destOrd="0" presId="urn:microsoft.com/office/officeart/2016/7/layout/RepeatingBendingProcessNew"/>
    <dgm:cxn modelId="{4DC33454-F8E4-4327-8548-9B8882BBC43C}" srcId="{09D31212-D4A3-4E37-8D8D-9E644EFD9318}" destId="{773094C1-28E2-4C18-8619-1198796C28B5}" srcOrd="17" destOrd="0" parTransId="{4647831F-2BF3-4F50-A3A4-C5C81C802BE7}" sibTransId="{D4685C05-EA24-4CFC-B50B-E69C66E84D34}"/>
    <dgm:cxn modelId="{35E59874-5821-419F-AE0D-F3FB06D3ABA4}" type="presOf" srcId="{568A3958-B68D-40BE-B44F-DDF65A6AE1C1}" destId="{E41E8662-82F4-4631-81AD-57A26E78A7AE}" srcOrd="1" destOrd="0" presId="urn:microsoft.com/office/officeart/2016/7/layout/RepeatingBendingProcessNew"/>
    <dgm:cxn modelId="{EF762875-E4AF-4F0F-85D9-47DF88710587}" type="presOf" srcId="{19F1EFEA-837E-4AEB-9892-7D243CD8CB93}" destId="{CB7FC44B-83B6-48D3-B3CF-D4EF012F7DFE}" srcOrd="1" destOrd="0" presId="urn:microsoft.com/office/officeart/2016/7/layout/RepeatingBendingProcessNew"/>
    <dgm:cxn modelId="{CD573E76-82F4-4597-9D81-8B282695A51A}" srcId="{09D31212-D4A3-4E37-8D8D-9E644EFD9318}" destId="{9B4758ED-E66E-45EE-80B2-B39F726A08BA}" srcOrd="10" destOrd="0" parTransId="{FC054685-5B80-454D-96DB-E6C482A6D6AF}" sibTransId="{067C372D-2C0B-4014-AC17-7D29FCBAC38B}"/>
    <dgm:cxn modelId="{5D461059-1061-481F-AB29-DC5B6236CC43}" type="presOf" srcId="{8A56C7C2-59ED-4B56-889B-A843200087E5}" destId="{4500257F-2226-4C3A-80F3-9B04D8A92001}" srcOrd="0" destOrd="0" presId="urn:microsoft.com/office/officeart/2016/7/layout/RepeatingBendingProcessNew"/>
    <dgm:cxn modelId="{E8ADC37A-E9D5-4A7D-91F6-220A5184F51F}" type="presOf" srcId="{8B41E2F7-4A1D-4479-B2DA-634CAA0533D4}" destId="{AF86AC26-D5EC-487E-90AF-319DC8673EF2}" srcOrd="1" destOrd="0" presId="urn:microsoft.com/office/officeart/2016/7/layout/RepeatingBendingProcessNew"/>
    <dgm:cxn modelId="{6102757B-D96F-4262-9550-46DA482E227D}" type="presOf" srcId="{3B6E6075-F5A2-484D-9067-23EADBAAA406}" destId="{F92B16A9-C12F-48DC-9E47-C87F41F96479}" srcOrd="0" destOrd="0" presId="urn:microsoft.com/office/officeart/2016/7/layout/RepeatingBendingProcessNew"/>
    <dgm:cxn modelId="{CA06AF7B-B30C-4755-81E2-BB298F38D98C}" type="presOf" srcId="{3B6E6075-F5A2-484D-9067-23EADBAAA406}" destId="{5BCC3D7A-6670-4DC3-BE0E-8834BC156298}" srcOrd="1" destOrd="0" presId="urn:microsoft.com/office/officeart/2016/7/layout/RepeatingBendingProcessNew"/>
    <dgm:cxn modelId="{01152A81-4ABB-4A8F-845D-EF6A2CBEE088}" type="presOf" srcId="{2E1FF743-46C9-4615-890B-AF2450844405}" destId="{D64B4942-FAC3-4C5F-B071-E298BC09F004}" srcOrd="1" destOrd="0" presId="urn:microsoft.com/office/officeart/2016/7/layout/RepeatingBendingProcessNew"/>
    <dgm:cxn modelId="{D522A483-B983-4CC4-889D-8D1C20387498}" type="presOf" srcId="{54C3449B-1D6F-4B8A-8318-6FF0140F46F8}" destId="{44BE39E8-CD7C-44A1-9B4F-4B2B1AA3C2D2}" srcOrd="0" destOrd="0" presId="urn:microsoft.com/office/officeart/2016/7/layout/RepeatingBendingProcessNew"/>
    <dgm:cxn modelId="{3814B388-5205-4726-B8A3-6991B02BAEE8}" type="presOf" srcId="{D4685C05-EA24-4CFC-B50B-E69C66E84D34}" destId="{96B5BBEC-55AC-4369-B08C-8E1BC954A205}" srcOrd="0" destOrd="0" presId="urn:microsoft.com/office/officeart/2016/7/layout/RepeatingBendingProcessNew"/>
    <dgm:cxn modelId="{7DDF6789-AD4C-4A35-801F-428348C4CA3A}" type="presOf" srcId="{66750CB8-A811-422D-8232-3DD5A3A95651}" destId="{C2D04B74-54CF-4C47-9EB6-1931B876BE5A}" srcOrd="1" destOrd="0" presId="urn:microsoft.com/office/officeart/2016/7/layout/RepeatingBendingProcessNew"/>
    <dgm:cxn modelId="{48491B8A-0870-47B7-B60F-B075039FF9C4}" type="presOf" srcId="{66750CB8-A811-422D-8232-3DD5A3A95651}" destId="{3DAAF939-903E-47FC-B945-10F10FC6A08A}" srcOrd="0" destOrd="0" presId="urn:microsoft.com/office/officeart/2016/7/layout/RepeatingBendingProcessNew"/>
    <dgm:cxn modelId="{983CAE8A-4F3D-4081-95CD-530D14AF3E83}" type="presOf" srcId="{634DE50A-2327-4174-961F-5FD4972B5C32}" destId="{7B27A273-C3E3-4360-A5BB-C96AB76535AA}" srcOrd="0" destOrd="0" presId="urn:microsoft.com/office/officeart/2016/7/layout/RepeatingBendingProcessNew"/>
    <dgm:cxn modelId="{1F2B7C8E-D237-42A0-82B1-7452778CD32B}" type="presOf" srcId="{568A3958-B68D-40BE-B44F-DDF65A6AE1C1}" destId="{F92B4ABE-6B9D-4D73-A851-8C4796FAC48B}" srcOrd="0" destOrd="0" presId="urn:microsoft.com/office/officeart/2016/7/layout/RepeatingBendingProcessNew"/>
    <dgm:cxn modelId="{82CAA08F-1271-464C-A3EA-0505241CB9CF}" type="presOf" srcId="{24FD58AC-DACB-4E42-BE8D-7EBF19E01D0B}" destId="{3ACAFABD-4B6E-47E4-95F8-E0EC6AEDC268}" srcOrd="1" destOrd="0" presId="urn:microsoft.com/office/officeart/2016/7/layout/RepeatingBendingProcessNew"/>
    <dgm:cxn modelId="{7CC3BB94-2D15-4B20-83E2-876C7F09181B}" type="presOf" srcId="{542756C1-AAE1-41F0-ADF9-4CAA81CD405D}" destId="{CD6E13E6-5A24-4BE6-B8F4-6717B98EB3C0}" srcOrd="0" destOrd="0" presId="urn:microsoft.com/office/officeart/2016/7/layout/RepeatingBendingProcessNew"/>
    <dgm:cxn modelId="{B48F7A9A-4267-41AA-899A-83F5CB18DE6A}" srcId="{09D31212-D4A3-4E37-8D8D-9E644EFD9318}" destId="{81CD535F-05D5-4A3C-B000-23F3DAFCA55B}" srcOrd="1" destOrd="0" parTransId="{393AF3AC-77D8-45A7-9912-8D677ABF947C}" sibTransId="{3A5BC425-C529-4660-BB7C-EE809EAC5DA0}"/>
    <dgm:cxn modelId="{596EEA9F-BC80-41D3-A330-5AF7B2959DF6}" type="presOf" srcId="{48E03742-7D9D-4A60-BFAB-097B2D7EF6DC}" destId="{2EC9DEEF-5A8E-4039-A428-D58428E43994}" srcOrd="0" destOrd="0" presId="urn:microsoft.com/office/officeart/2016/7/layout/RepeatingBendingProcessNew"/>
    <dgm:cxn modelId="{F065EAA0-304F-43DF-9075-A549A38A2D7E}" type="presOf" srcId="{05C6897A-44C1-4E9E-9B34-2138C8F16CAB}" destId="{EF828871-0F56-44C0-98AB-1375FE425BAC}" srcOrd="0" destOrd="0" presId="urn:microsoft.com/office/officeart/2016/7/layout/RepeatingBendingProcessNew"/>
    <dgm:cxn modelId="{0BE4F6A6-222F-4837-AFE5-3C5AB196EED7}" type="presOf" srcId="{067C372D-2C0B-4014-AC17-7D29FCBAC38B}" destId="{6C49969E-B681-4446-974A-A01E0ED20C5A}" srcOrd="1" destOrd="0" presId="urn:microsoft.com/office/officeart/2016/7/layout/RepeatingBendingProcessNew"/>
    <dgm:cxn modelId="{CECFA1AF-C360-4E9D-90C0-5B2FCE7A4860}" type="presOf" srcId="{F7E8C331-E69B-44CF-AF90-75BF93B61F08}" destId="{35694FBB-CBD5-4008-8591-B9B2ACE1B626}" srcOrd="1" destOrd="0" presId="urn:microsoft.com/office/officeart/2016/7/layout/RepeatingBendingProcessNew"/>
    <dgm:cxn modelId="{52A8B1B1-0A1A-43D2-A3F8-3968A0A0E7AA}" type="presOf" srcId="{107615A2-91DD-424C-AEED-F1CD8B68DB41}" destId="{423252AF-5412-4857-9486-68E7A1AD974A}" srcOrd="0" destOrd="0" presId="urn:microsoft.com/office/officeart/2016/7/layout/RepeatingBendingProcessNew"/>
    <dgm:cxn modelId="{D09C06C3-D79F-488E-83CD-E51DE487A2B9}" srcId="{09D31212-D4A3-4E37-8D8D-9E644EFD9318}" destId="{12969537-5AA3-45DE-BFAC-0D69893947F8}" srcOrd="0" destOrd="0" parTransId="{ED80735B-8DD5-4FAE-848E-8C18478A2C2A}" sibTransId="{634DE50A-2327-4174-961F-5FD4972B5C32}"/>
    <dgm:cxn modelId="{E32AB0C3-1D63-424E-A380-1F387F6E04C1}" srcId="{09D31212-D4A3-4E37-8D8D-9E644EFD9318}" destId="{354004C9-DD66-4BD7-ACE6-490E40B7DAC9}" srcOrd="9" destOrd="0" parTransId="{BD8073CB-1211-4F7B-AB53-5756F8E64D94}" sibTransId="{095D1FE8-6EE8-45A1-85EB-581CF1D1AFF2}"/>
    <dgm:cxn modelId="{84E5B3C9-176D-4086-B9A7-A5FBC0B70A8E}" type="presOf" srcId="{354004C9-DD66-4BD7-ACE6-490E40B7DAC9}" destId="{D1A111B5-1D00-47F7-B168-68578AA7D6F6}" srcOrd="0" destOrd="0" presId="urn:microsoft.com/office/officeart/2016/7/layout/RepeatingBendingProcessNew"/>
    <dgm:cxn modelId="{8CBEBBC9-FCBD-4A3D-9D65-E9AA937B6675}" type="presOf" srcId="{3BCDFCAB-3950-4D59-AC76-339B8F45E2E9}" destId="{C4367358-E4AF-4B9B-BC33-6B33E26C9B3E}" srcOrd="0" destOrd="0" presId="urn:microsoft.com/office/officeart/2016/7/layout/RepeatingBendingProcessNew"/>
    <dgm:cxn modelId="{751C25CD-DC8B-4513-A9CF-741991025515}" type="presOf" srcId="{81CD535F-05D5-4A3C-B000-23F3DAFCA55B}" destId="{77E9D4A9-068C-4590-BC45-36427FE9AC4F}" srcOrd="0" destOrd="0" presId="urn:microsoft.com/office/officeart/2016/7/layout/RepeatingBendingProcessNew"/>
    <dgm:cxn modelId="{F99134CD-0E86-473A-B7CC-84DC171E9A7B}" srcId="{09D31212-D4A3-4E37-8D8D-9E644EFD9318}" destId="{64FBF94B-785B-4ADC-89E7-CB8FD5522C82}" srcOrd="12" destOrd="0" parTransId="{978A98DC-9A06-4329-A1BE-B95E7D78A9F9}" sibTransId="{089DCE3A-65CB-493E-BC72-E4B218834106}"/>
    <dgm:cxn modelId="{C82A36CF-2C6A-4ACE-8BE1-5D9CBBC5796E}" srcId="{09D31212-D4A3-4E37-8D8D-9E644EFD9318}" destId="{94EF48EA-8FA7-4659-AB4F-2D1E89B291B1}" srcOrd="11" destOrd="0" parTransId="{93217A7A-63C2-4284-9BA6-243582CCC52F}" sibTransId="{F7E8C331-E69B-44CF-AF90-75BF93B61F08}"/>
    <dgm:cxn modelId="{78089AD5-88A1-4553-894C-CA279839A164}" type="presOf" srcId="{2E1FF743-46C9-4615-890B-AF2450844405}" destId="{5CC1616E-EA06-4702-B1D6-CD2D8FA0748F}" srcOrd="0" destOrd="0" presId="urn:microsoft.com/office/officeart/2016/7/layout/RepeatingBendingProcessNew"/>
    <dgm:cxn modelId="{9111D5D5-1ABD-4485-B8D4-63D9ADC17849}" type="presOf" srcId="{634DE50A-2327-4174-961F-5FD4972B5C32}" destId="{FCD59E47-E295-4371-9739-FEBF07223C92}" srcOrd="1" destOrd="0" presId="urn:microsoft.com/office/officeart/2016/7/layout/RepeatingBendingProcessNew"/>
    <dgm:cxn modelId="{5C113DD6-7BD5-4B32-A6FE-734A7607235B}" type="presOf" srcId="{3A5BC425-C529-4660-BB7C-EE809EAC5DA0}" destId="{C079DAB4-568E-4BA2-B683-5209CE5B0AF1}" srcOrd="1" destOrd="0" presId="urn:microsoft.com/office/officeart/2016/7/layout/RepeatingBendingProcessNew"/>
    <dgm:cxn modelId="{DFCB97D9-5693-470B-87DE-B38879D40BC7}" srcId="{09D31212-D4A3-4E37-8D8D-9E644EFD9318}" destId="{E3F63231-1C6B-49C5-B80A-1260D5D575A9}" srcOrd="19" destOrd="0" parTransId="{D1464F9B-CEFB-4658-9F58-F374C9116EE2}" sibTransId="{8C6FA70A-60BF-482B-AE6F-0262B99A4031}"/>
    <dgm:cxn modelId="{CBB5C0E1-A39D-47ED-A3F2-39DF583C4FA4}" srcId="{09D31212-D4A3-4E37-8D8D-9E644EFD9318}" destId="{D77C5F94-2E7E-4BD8-A838-3C83387ACAAE}" srcOrd="6" destOrd="0" parTransId="{C6133F13-E6CB-4353-AC98-CE33E5B9ED7F}" sibTransId="{E8E83764-309E-4BB8-83D0-5A456A3877D4}"/>
    <dgm:cxn modelId="{EA6B6BE2-B5DD-4CE5-9D2F-5B8AE6F9F93E}" type="presOf" srcId="{43C8B51B-9588-4C11-B914-020CAA13ED56}" destId="{CFAD9E16-EDC4-4341-A302-8A6B3C6432A4}" srcOrd="0" destOrd="0" presId="urn:microsoft.com/office/officeart/2016/7/layout/RepeatingBendingProcessNew"/>
    <dgm:cxn modelId="{BD5030E4-EBB6-4C1C-AEB5-8A27B6D90637}" srcId="{09D31212-D4A3-4E37-8D8D-9E644EFD9318}" destId="{CA05CC5B-23A7-481F-AA82-52230150F147}" srcOrd="14" destOrd="0" parTransId="{19DC0988-B27D-4C58-B3F1-88DA55E48A02}" sibTransId="{19F1EFEA-837E-4AEB-9892-7D243CD8CB93}"/>
    <dgm:cxn modelId="{442E1AEE-7F2A-499C-A33D-19E7B34C6073}" type="presOf" srcId="{095D1FE8-6EE8-45A1-85EB-581CF1D1AFF2}" destId="{B4E280E0-A960-4AB4-A68B-C546C1C0B991}" srcOrd="0" destOrd="0" presId="urn:microsoft.com/office/officeart/2016/7/layout/RepeatingBendingProcessNew"/>
    <dgm:cxn modelId="{161D27EE-33E0-4355-95D1-E8F4B2042032}" srcId="{09D31212-D4A3-4E37-8D8D-9E644EFD9318}" destId="{F319B7E4-5973-48B7-BFB8-D1FF0419CBBF}" srcOrd="7" destOrd="0" parTransId="{950D4138-776D-46E9-AC0B-AC932247D327}" sibTransId="{3BCDFCAB-3950-4D59-AC76-339B8F45E2E9}"/>
    <dgm:cxn modelId="{46CBDCF2-96BF-4772-88BF-B52D4E9D3486}" type="presOf" srcId="{64767D33-28DF-4B5B-AC70-9D3E55109F82}" destId="{95C8795E-334F-4EBF-8EB0-07AD97CB2B7F}" srcOrd="0" destOrd="0" presId="urn:microsoft.com/office/officeart/2016/7/layout/RepeatingBendingProcessNew"/>
    <dgm:cxn modelId="{E958CEF5-A815-4889-AD50-EDB4E25A73AA}" type="presOf" srcId="{863E0A8C-715E-42CE-BD7B-F2BC616CC48D}" destId="{727F1749-5379-4AA2-9AF0-A0A2A8F48B54}" srcOrd="1" destOrd="0" presId="urn:microsoft.com/office/officeart/2016/7/layout/RepeatingBendingProcessNew"/>
    <dgm:cxn modelId="{D1BD1AF8-4A53-4D73-960D-97C07DE97A80}" srcId="{09D31212-D4A3-4E37-8D8D-9E644EFD9318}" destId="{64767D33-28DF-4B5B-AC70-9D3E55109F82}" srcOrd="16" destOrd="0" parTransId="{A043FE46-BCCF-47E8-B718-7AFC19B83F88}" sibTransId="{66750CB8-A811-422D-8232-3DD5A3A95651}"/>
    <dgm:cxn modelId="{3DB43EF8-FCBE-45FC-939D-7DD38E51541B}" type="presOf" srcId="{F7E8C331-E69B-44CF-AF90-75BF93B61F08}" destId="{B59CFB07-F988-4C9B-91A7-BB72C6963235}" srcOrd="0" destOrd="0" presId="urn:microsoft.com/office/officeart/2016/7/layout/RepeatingBendingProcessNew"/>
    <dgm:cxn modelId="{E63A79F9-8AAB-4E1B-B062-21D0C235A64A}" type="presOf" srcId="{067C372D-2C0B-4014-AC17-7D29FCBAC38B}" destId="{E03D9E2D-C553-4AAE-AFBE-17205A881544}" srcOrd="0" destOrd="0" presId="urn:microsoft.com/office/officeart/2016/7/layout/RepeatingBendingProcessNew"/>
    <dgm:cxn modelId="{8529B8F9-2FA7-4056-8354-EF543ADDF99B}" type="presOf" srcId="{863E0A8C-715E-42CE-BD7B-F2BC616CC48D}" destId="{6EFFDFC5-9314-472B-AB72-F26634504D0D}" srcOrd="0" destOrd="0" presId="urn:microsoft.com/office/officeart/2016/7/layout/RepeatingBendingProcessNew"/>
    <dgm:cxn modelId="{107655FA-3214-4186-887E-6F5A39D119FA}" type="presOf" srcId="{1F1B844C-3AD4-4344-A1D4-C81215427B82}" destId="{C60A9037-2862-4119-A879-5DD6653321E8}" srcOrd="0" destOrd="0" presId="urn:microsoft.com/office/officeart/2016/7/layout/RepeatingBendingProcessNew"/>
    <dgm:cxn modelId="{6D04ACFC-5424-4132-9E53-10791580C394}" type="presOf" srcId="{CA05CC5B-23A7-481F-AA82-52230150F147}" destId="{35831E8E-DC66-4C7F-8E0C-9654266CE7C1}" srcOrd="0" destOrd="0" presId="urn:microsoft.com/office/officeart/2016/7/layout/RepeatingBendingProcessNew"/>
    <dgm:cxn modelId="{C495D6D0-6D13-47FB-8303-592C8F7B61C3}" type="presParOf" srcId="{E0CFA25A-8288-4622-B302-31E80B862BCC}" destId="{4AF119A1-4B21-40C9-944B-8AC3B0E47E9A}" srcOrd="0" destOrd="0" presId="urn:microsoft.com/office/officeart/2016/7/layout/RepeatingBendingProcessNew"/>
    <dgm:cxn modelId="{7FB26A5B-B29E-4787-BF48-1DFBD3E3E31C}" type="presParOf" srcId="{E0CFA25A-8288-4622-B302-31E80B862BCC}" destId="{7B27A273-C3E3-4360-A5BB-C96AB76535AA}" srcOrd="1" destOrd="0" presId="urn:microsoft.com/office/officeart/2016/7/layout/RepeatingBendingProcessNew"/>
    <dgm:cxn modelId="{0541A934-FAD3-4DAF-8C11-6B4177FBAF79}" type="presParOf" srcId="{7B27A273-C3E3-4360-A5BB-C96AB76535AA}" destId="{FCD59E47-E295-4371-9739-FEBF07223C92}" srcOrd="0" destOrd="0" presId="urn:microsoft.com/office/officeart/2016/7/layout/RepeatingBendingProcessNew"/>
    <dgm:cxn modelId="{F28C78DB-62A7-42C4-A426-790436716530}" type="presParOf" srcId="{E0CFA25A-8288-4622-B302-31E80B862BCC}" destId="{77E9D4A9-068C-4590-BC45-36427FE9AC4F}" srcOrd="2" destOrd="0" presId="urn:microsoft.com/office/officeart/2016/7/layout/RepeatingBendingProcessNew"/>
    <dgm:cxn modelId="{877FAF10-C958-42BA-8E03-8146A49257D6}" type="presParOf" srcId="{E0CFA25A-8288-4622-B302-31E80B862BCC}" destId="{0B4BD2F1-D48A-4A22-96E5-2B5F1D84565C}" srcOrd="3" destOrd="0" presId="urn:microsoft.com/office/officeart/2016/7/layout/RepeatingBendingProcessNew"/>
    <dgm:cxn modelId="{81C8B50E-B3EC-4BDB-A42A-FA6015764B71}" type="presParOf" srcId="{0B4BD2F1-D48A-4A22-96E5-2B5F1D84565C}" destId="{C079DAB4-568E-4BA2-B683-5209CE5B0AF1}" srcOrd="0" destOrd="0" presId="urn:microsoft.com/office/officeart/2016/7/layout/RepeatingBendingProcessNew"/>
    <dgm:cxn modelId="{1D978CD7-CF21-4A59-8B0D-B992A30F9615}" type="presParOf" srcId="{E0CFA25A-8288-4622-B302-31E80B862BCC}" destId="{EF828871-0F56-44C0-98AB-1375FE425BAC}" srcOrd="4" destOrd="0" presId="urn:microsoft.com/office/officeart/2016/7/layout/RepeatingBendingProcessNew"/>
    <dgm:cxn modelId="{C510DCDF-3E33-4B2C-9656-69677FC860AD}" type="presParOf" srcId="{E0CFA25A-8288-4622-B302-31E80B862BCC}" destId="{2812FCC5-4D1D-4807-8AE7-1F2843E20528}" srcOrd="5" destOrd="0" presId="urn:microsoft.com/office/officeart/2016/7/layout/RepeatingBendingProcessNew"/>
    <dgm:cxn modelId="{976C85ED-DCEC-4499-92B5-CBDCD5B28998}" type="presParOf" srcId="{2812FCC5-4D1D-4807-8AE7-1F2843E20528}" destId="{AF86AC26-D5EC-487E-90AF-319DC8673EF2}" srcOrd="0" destOrd="0" presId="urn:microsoft.com/office/officeart/2016/7/layout/RepeatingBendingProcessNew"/>
    <dgm:cxn modelId="{DF70A0A9-1F64-4224-86CA-0520D7D7B83B}" type="presParOf" srcId="{E0CFA25A-8288-4622-B302-31E80B862BCC}" destId="{2EC9DEEF-5A8E-4039-A428-D58428E43994}" srcOrd="6" destOrd="0" presId="urn:microsoft.com/office/officeart/2016/7/layout/RepeatingBendingProcessNew"/>
    <dgm:cxn modelId="{921649E6-F9A4-4EBD-ADFB-45A5CF5A7642}" type="presParOf" srcId="{E0CFA25A-8288-4622-B302-31E80B862BCC}" destId="{44BE39E8-CD7C-44A1-9B4F-4B2B1AA3C2D2}" srcOrd="7" destOrd="0" presId="urn:microsoft.com/office/officeart/2016/7/layout/RepeatingBendingProcessNew"/>
    <dgm:cxn modelId="{631F6EB0-48E8-4D3D-8D56-359AE305DCA3}" type="presParOf" srcId="{44BE39E8-CD7C-44A1-9B4F-4B2B1AA3C2D2}" destId="{53EF16B5-FEF2-4016-BDDF-8943A8F6990D}" srcOrd="0" destOrd="0" presId="urn:microsoft.com/office/officeart/2016/7/layout/RepeatingBendingProcessNew"/>
    <dgm:cxn modelId="{32DF71AD-4F1B-40F4-B24A-CD5FA0BB667B}" type="presParOf" srcId="{E0CFA25A-8288-4622-B302-31E80B862BCC}" destId="{CFAD9E16-EDC4-4341-A302-8A6B3C6432A4}" srcOrd="8" destOrd="0" presId="urn:microsoft.com/office/officeart/2016/7/layout/RepeatingBendingProcessNew"/>
    <dgm:cxn modelId="{1392C762-A80F-4FCE-A6A1-2277B45F4266}" type="presParOf" srcId="{E0CFA25A-8288-4622-B302-31E80B862BCC}" destId="{6EFFDFC5-9314-472B-AB72-F26634504D0D}" srcOrd="9" destOrd="0" presId="urn:microsoft.com/office/officeart/2016/7/layout/RepeatingBendingProcessNew"/>
    <dgm:cxn modelId="{AE8EB270-BC0E-4475-A5EC-93E5E492803D}" type="presParOf" srcId="{6EFFDFC5-9314-472B-AB72-F26634504D0D}" destId="{727F1749-5379-4AA2-9AF0-A0A2A8F48B54}" srcOrd="0" destOrd="0" presId="urn:microsoft.com/office/officeart/2016/7/layout/RepeatingBendingProcessNew"/>
    <dgm:cxn modelId="{011E53FD-233C-4675-B1A4-C4A7D0161375}" type="presParOf" srcId="{E0CFA25A-8288-4622-B302-31E80B862BCC}" destId="{C60A9037-2862-4119-A879-5DD6653321E8}" srcOrd="10" destOrd="0" presId="urn:microsoft.com/office/officeart/2016/7/layout/RepeatingBendingProcessNew"/>
    <dgm:cxn modelId="{F5D5670C-2EED-4D25-B4E4-692B19428B81}" type="presParOf" srcId="{E0CFA25A-8288-4622-B302-31E80B862BCC}" destId="{1FA886DE-B7ED-448C-A0D9-A357EB07DD18}" srcOrd="11" destOrd="0" presId="urn:microsoft.com/office/officeart/2016/7/layout/RepeatingBendingProcessNew"/>
    <dgm:cxn modelId="{AD3A4CB3-6EAF-4C88-8798-AB7B4C11DB20}" type="presParOf" srcId="{1FA886DE-B7ED-448C-A0D9-A357EB07DD18}" destId="{3ACAFABD-4B6E-47E4-95F8-E0EC6AEDC268}" srcOrd="0" destOrd="0" presId="urn:microsoft.com/office/officeart/2016/7/layout/RepeatingBendingProcessNew"/>
    <dgm:cxn modelId="{C946B659-8DFB-4B04-9527-E75F318CE008}" type="presParOf" srcId="{E0CFA25A-8288-4622-B302-31E80B862BCC}" destId="{0ECF44C7-F014-430B-A34B-8EA7ACCA38E8}" srcOrd="12" destOrd="0" presId="urn:microsoft.com/office/officeart/2016/7/layout/RepeatingBendingProcessNew"/>
    <dgm:cxn modelId="{F553754B-DD86-40C9-870E-7A411258F60E}" type="presParOf" srcId="{E0CFA25A-8288-4622-B302-31E80B862BCC}" destId="{1D605249-C685-4060-B092-9876346BE92B}" srcOrd="13" destOrd="0" presId="urn:microsoft.com/office/officeart/2016/7/layout/RepeatingBendingProcessNew"/>
    <dgm:cxn modelId="{F8D3304B-4FAC-4A5D-ABD2-F6BC022F0082}" type="presParOf" srcId="{1D605249-C685-4060-B092-9876346BE92B}" destId="{14B4A252-3AEF-4AF7-BCA7-4195F52F388A}" srcOrd="0" destOrd="0" presId="urn:microsoft.com/office/officeart/2016/7/layout/RepeatingBendingProcessNew"/>
    <dgm:cxn modelId="{434C13B6-DC77-4D21-BCC0-1894D3B8EF26}" type="presParOf" srcId="{E0CFA25A-8288-4622-B302-31E80B862BCC}" destId="{E5910EEB-35F8-4D02-986D-58E228A54C5E}" srcOrd="14" destOrd="0" presId="urn:microsoft.com/office/officeart/2016/7/layout/RepeatingBendingProcessNew"/>
    <dgm:cxn modelId="{E8BBBDE0-1A94-4D30-AC74-9184906702F6}" type="presParOf" srcId="{E0CFA25A-8288-4622-B302-31E80B862BCC}" destId="{C4367358-E4AF-4B9B-BC33-6B33E26C9B3E}" srcOrd="15" destOrd="0" presId="urn:microsoft.com/office/officeart/2016/7/layout/RepeatingBendingProcessNew"/>
    <dgm:cxn modelId="{63DE8A57-093E-40EE-B33D-2860C4825A7D}" type="presParOf" srcId="{C4367358-E4AF-4B9B-BC33-6B33E26C9B3E}" destId="{8778947F-60F8-44E6-B22C-B9156139AFFC}" srcOrd="0" destOrd="0" presId="urn:microsoft.com/office/officeart/2016/7/layout/RepeatingBendingProcessNew"/>
    <dgm:cxn modelId="{0D1A4BAE-DAA1-4F0B-A13F-1F019E99D0C7}" type="presParOf" srcId="{E0CFA25A-8288-4622-B302-31E80B862BCC}" destId="{4500257F-2226-4C3A-80F3-9B04D8A92001}" srcOrd="16" destOrd="0" presId="urn:microsoft.com/office/officeart/2016/7/layout/RepeatingBendingProcessNew"/>
    <dgm:cxn modelId="{2C826F70-C4FC-41D2-AF63-869CD6531F6E}" type="presParOf" srcId="{E0CFA25A-8288-4622-B302-31E80B862BCC}" destId="{30070B34-0D72-4F36-9130-2C514B5F388C}" srcOrd="17" destOrd="0" presId="urn:microsoft.com/office/officeart/2016/7/layout/RepeatingBendingProcessNew"/>
    <dgm:cxn modelId="{B562B477-91E1-43AD-B493-D2948F211BFC}" type="presParOf" srcId="{30070B34-0D72-4F36-9130-2C514B5F388C}" destId="{8D7127F5-F08C-4C6E-AA0E-D31328FDBF95}" srcOrd="0" destOrd="0" presId="urn:microsoft.com/office/officeart/2016/7/layout/RepeatingBendingProcessNew"/>
    <dgm:cxn modelId="{9841F763-59A6-4350-A7D8-54056CF47BCD}" type="presParOf" srcId="{E0CFA25A-8288-4622-B302-31E80B862BCC}" destId="{D1A111B5-1D00-47F7-B168-68578AA7D6F6}" srcOrd="18" destOrd="0" presId="urn:microsoft.com/office/officeart/2016/7/layout/RepeatingBendingProcessNew"/>
    <dgm:cxn modelId="{2913870F-323A-4110-BED6-1B650C23165C}" type="presParOf" srcId="{E0CFA25A-8288-4622-B302-31E80B862BCC}" destId="{B4E280E0-A960-4AB4-A68B-C546C1C0B991}" srcOrd="19" destOrd="0" presId="urn:microsoft.com/office/officeart/2016/7/layout/RepeatingBendingProcessNew"/>
    <dgm:cxn modelId="{8F0B6D24-519D-434F-AF4D-486F72879ABF}" type="presParOf" srcId="{B4E280E0-A960-4AB4-A68B-C546C1C0B991}" destId="{06218895-7321-4C7C-B6D7-0F824297F1EE}" srcOrd="0" destOrd="0" presId="urn:microsoft.com/office/officeart/2016/7/layout/RepeatingBendingProcessNew"/>
    <dgm:cxn modelId="{B5FF34AF-5E5A-4807-80B0-4AEC1D79B90F}" type="presParOf" srcId="{E0CFA25A-8288-4622-B302-31E80B862BCC}" destId="{DAAB0C64-87A4-4710-A19F-197A1A6BD438}" srcOrd="20" destOrd="0" presId="urn:microsoft.com/office/officeart/2016/7/layout/RepeatingBendingProcessNew"/>
    <dgm:cxn modelId="{0EC0DCDA-E5B7-471E-8043-652FE753FB60}" type="presParOf" srcId="{E0CFA25A-8288-4622-B302-31E80B862BCC}" destId="{E03D9E2D-C553-4AAE-AFBE-17205A881544}" srcOrd="21" destOrd="0" presId="urn:microsoft.com/office/officeart/2016/7/layout/RepeatingBendingProcessNew"/>
    <dgm:cxn modelId="{6F53EB03-ECD6-4BA0-AA9A-3E24394F8881}" type="presParOf" srcId="{E03D9E2D-C553-4AAE-AFBE-17205A881544}" destId="{6C49969E-B681-4446-974A-A01E0ED20C5A}" srcOrd="0" destOrd="0" presId="urn:microsoft.com/office/officeart/2016/7/layout/RepeatingBendingProcessNew"/>
    <dgm:cxn modelId="{A7B477CD-7EBB-40FF-88A1-A76E63A88AA0}" type="presParOf" srcId="{E0CFA25A-8288-4622-B302-31E80B862BCC}" destId="{0A278677-1681-4CE9-81C5-D6312D420BE2}" srcOrd="22" destOrd="0" presId="urn:microsoft.com/office/officeart/2016/7/layout/RepeatingBendingProcessNew"/>
    <dgm:cxn modelId="{0EEF8961-AD1C-4913-96A4-39E824813A2F}" type="presParOf" srcId="{E0CFA25A-8288-4622-B302-31E80B862BCC}" destId="{B59CFB07-F988-4C9B-91A7-BB72C6963235}" srcOrd="23" destOrd="0" presId="urn:microsoft.com/office/officeart/2016/7/layout/RepeatingBendingProcessNew"/>
    <dgm:cxn modelId="{CFD2375B-410A-49A5-95FF-F952E70B552F}" type="presParOf" srcId="{B59CFB07-F988-4C9B-91A7-BB72C6963235}" destId="{35694FBB-CBD5-4008-8591-B9B2ACE1B626}" srcOrd="0" destOrd="0" presId="urn:microsoft.com/office/officeart/2016/7/layout/RepeatingBendingProcessNew"/>
    <dgm:cxn modelId="{9CF39D51-AD43-4A20-9363-F7D150E15AA5}" type="presParOf" srcId="{E0CFA25A-8288-4622-B302-31E80B862BCC}" destId="{08166277-6F9C-4FC1-B8A6-54E368EE8820}" srcOrd="24" destOrd="0" presId="urn:microsoft.com/office/officeart/2016/7/layout/RepeatingBendingProcessNew"/>
    <dgm:cxn modelId="{EAFCA0F4-F135-4874-B009-5B43F8DDFEAD}" type="presParOf" srcId="{E0CFA25A-8288-4622-B302-31E80B862BCC}" destId="{74A58D30-3C6E-4431-A34C-500723578DAF}" srcOrd="25" destOrd="0" presId="urn:microsoft.com/office/officeart/2016/7/layout/RepeatingBendingProcessNew"/>
    <dgm:cxn modelId="{B74B3144-20EC-4A51-A6C1-184D71BDE89F}" type="presParOf" srcId="{74A58D30-3C6E-4431-A34C-500723578DAF}" destId="{ADF49FC4-A374-4BA1-9C5D-F94BE6A15960}" srcOrd="0" destOrd="0" presId="urn:microsoft.com/office/officeart/2016/7/layout/RepeatingBendingProcessNew"/>
    <dgm:cxn modelId="{369CF08E-CE2F-46B2-A5E9-3D76CE577817}" type="presParOf" srcId="{E0CFA25A-8288-4622-B302-31E80B862BCC}" destId="{423252AF-5412-4857-9486-68E7A1AD974A}" srcOrd="26" destOrd="0" presId="urn:microsoft.com/office/officeart/2016/7/layout/RepeatingBendingProcessNew"/>
    <dgm:cxn modelId="{7FCFC463-6FB4-4983-8689-CF804C6B2C92}" type="presParOf" srcId="{E0CFA25A-8288-4622-B302-31E80B862BCC}" destId="{F92B16A9-C12F-48DC-9E47-C87F41F96479}" srcOrd="27" destOrd="0" presId="urn:microsoft.com/office/officeart/2016/7/layout/RepeatingBendingProcessNew"/>
    <dgm:cxn modelId="{327E1126-3317-41F0-9F55-EEBB6450CF07}" type="presParOf" srcId="{F92B16A9-C12F-48DC-9E47-C87F41F96479}" destId="{5BCC3D7A-6670-4DC3-BE0E-8834BC156298}" srcOrd="0" destOrd="0" presId="urn:microsoft.com/office/officeart/2016/7/layout/RepeatingBendingProcessNew"/>
    <dgm:cxn modelId="{A8EEE9F3-4685-49D0-B4CF-90A6055A50E7}" type="presParOf" srcId="{E0CFA25A-8288-4622-B302-31E80B862BCC}" destId="{35831E8E-DC66-4C7F-8E0C-9654266CE7C1}" srcOrd="28" destOrd="0" presId="urn:microsoft.com/office/officeart/2016/7/layout/RepeatingBendingProcessNew"/>
    <dgm:cxn modelId="{3FB7EFBB-F346-43AF-AB6C-E46F73002144}" type="presParOf" srcId="{E0CFA25A-8288-4622-B302-31E80B862BCC}" destId="{A8169FDA-6200-438B-A280-90859BB88853}" srcOrd="29" destOrd="0" presId="urn:microsoft.com/office/officeart/2016/7/layout/RepeatingBendingProcessNew"/>
    <dgm:cxn modelId="{3E41C6EF-EDEC-4409-A74D-B66B835E5118}" type="presParOf" srcId="{A8169FDA-6200-438B-A280-90859BB88853}" destId="{CB7FC44B-83B6-48D3-B3CF-D4EF012F7DFE}" srcOrd="0" destOrd="0" presId="urn:microsoft.com/office/officeart/2016/7/layout/RepeatingBendingProcessNew"/>
    <dgm:cxn modelId="{E3F9149D-1C07-4E84-83DD-00C7C6ABC651}" type="presParOf" srcId="{E0CFA25A-8288-4622-B302-31E80B862BCC}" destId="{CD6E13E6-5A24-4BE6-B8F4-6717B98EB3C0}" srcOrd="30" destOrd="0" presId="urn:microsoft.com/office/officeart/2016/7/layout/RepeatingBendingProcessNew"/>
    <dgm:cxn modelId="{A514EE2C-3BB3-49C2-8C6D-B5E3B4F68168}" type="presParOf" srcId="{E0CFA25A-8288-4622-B302-31E80B862BCC}" destId="{5CC1616E-EA06-4702-B1D6-CD2D8FA0748F}" srcOrd="31" destOrd="0" presId="urn:microsoft.com/office/officeart/2016/7/layout/RepeatingBendingProcessNew"/>
    <dgm:cxn modelId="{3082171D-F4D9-426F-87B6-A0922E6B3D8E}" type="presParOf" srcId="{5CC1616E-EA06-4702-B1D6-CD2D8FA0748F}" destId="{D64B4942-FAC3-4C5F-B071-E298BC09F004}" srcOrd="0" destOrd="0" presId="urn:microsoft.com/office/officeart/2016/7/layout/RepeatingBendingProcessNew"/>
    <dgm:cxn modelId="{D742FB26-BF26-4C5F-BCDB-3526D762A9A9}" type="presParOf" srcId="{E0CFA25A-8288-4622-B302-31E80B862BCC}" destId="{95C8795E-334F-4EBF-8EB0-07AD97CB2B7F}" srcOrd="32" destOrd="0" presId="urn:microsoft.com/office/officeart/2016/7/layout/RepeatingBendingProcessNew"/>
    <dgm:cxn modelId="{9BCF38FB-116A-41F9-BE2E-F07DEB13A88F}" type="presParOf" srcId="{E0CFA25A-8288-4622-B302-31E80B862BCC}" destId="{3DAAF939-903E-47FC-B945-10F10FC6A08A}" srcOrd="33" destOrd="0" presId="urn:microsoft.com/office/officeart/2016/7/layout/RepeatingBendingProcessNew"/>
    <dgm:cxn modelId="{F5E1CD85-9251-4FE3-A2A1-97DDB2842DB6}" type="presParOf" srcId="{3DAAF939-903E-47FC-B945-10F10FC6A08A}" destId="{C2D04B74-54CF-4C47-9EB6-1931B876BE5A}" srcOrd="0" destOrd="0" presId="urn:microsoft.com/office/officeart/2016/7/layout/RepeatingBendingProcessNew"/>
    <dgm:cxn modelId="{C7DDC74B-8CF4-4D7F-A561-E842451560AA}" type="presParOf" srcId="{E0CFA25A-8288-4622-B302-31E80B862BCC}" destId="{ADA85263-1776-49B7-BDC9-159D65FEEA9A}" srcOrd="34" destOrd="0" presId="urn:microsoft.com/office/officeart/2016/7/layout/RepeatingBendingProcessNew"/>
    <dgm:cxn modelId="{5141A7DA-8D88-4541-B515-675F33B85882}" type="presParOf" srcId="{E0CFA25A-8288-4622-B302-31E80B862BCC}" destId="{96B5BBEC-55AC-4369-B08C-8E1BC954A205}" srcOrd="35" destOrd="0" presId="urn:microsoft.com/office/officeart/2016/7/layout/RepeatingBendingProcessNew"/>
    <dgm:cxn modelId="{4582D46F-4E59-450B-B488-E359E8D44581}" type="presParOf" srcId="{96B5BBEC-55AC-4369-B08C-8E1BC954A205}" destId="{7E734CB0-CBF4-4884-80AE-1F684A88B09E}" srcOrd="0" destOrd="0" presId="urn:microsoft.com/office/officeart/2016/7/layout/RepeatingBendingProcessNew"/>
    <dgm:cxn modelId="{43B3B4D4-404E-4991-8378-331953A0F3B7}" type="presParOf" srcId="{E0CFA25A-8288-4622-B302-31E80B862BCC}" destId="{84058453-76BD-4C26-8518-64AB5BE55B6B}" srcOrd="36" destOrd="0" presId="urn:microsoft.com/office/officeart/2016/7/layout/RepeatingBendingProcessNew"/>
    <dgm:cxn modelId="{34C3176B-F972-4E68-87F9-106951D30C97}" type="presParOf" srcId="{E0CFA25A-8288-4622-B302-31E80B862BCC}" destId="{F92B4ABE-6B9D-4D73-A851-8C4796FAC48B}" srcOrd="37" destOrd="0" presId="urn:microsoft.com/office/officeart/2016/7/layout/RepeatingBendingProcessNew"/>
    <dgm:cxn modelId="{FBBD64D3-5E57-461D-A854-F673395EF95F}" type="presParOf" srcId="{F92B4ABE-6B9D-4D73-A851-8C4796FAC48B}" destId="{E41E8662-82F4-4631-81AD-57A26E78A7AE}" srcOrd="0" destOrd="0" presId="urn:microsoft.com/office/officeart/2016/7/layout/RepeatingBendingProcessNew"/>
    <dgm:cxn modelId="{A5EA0750-15F7-42C9-9230-135831B6BA6A}" type="presParOf" srcId="{E0CFA25A-8288-4622-B302-31E80B862BCC}" destId="{37F0BD48-1BB9-4B8A-BC77-C71D250CC87F}" srcOrd="3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ED898B0-702F-419A-8ED1-5D8B21835C4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6B1BBD-6B73-482A-924F-2931B3F97C11}">
      <dgm:prSet/>
      <dgm:spPr/>
      <dgm:t>
        <a:bodyPr/>
        <a:lstStyle/>
        <a:p>
          <a:r>
            <a:rPr lang="en-US"/>
            <a:t>Timeline &amp; ROI</a:t>
          </a:r>
        </a:p>
      </dgm:t>
    </dgm:pt>
    <dgm:pt modelId="{7D4C28CD-21BD-415B-BB04-DFA5AFAAC2A2}" type="parTrans" cxnId="{32071771-460D-42D5-BC5F-4118729AA749}">
      <dgm:prSet/>
      <dgm:spPr/>
      <dgm:t>
        <a:bodyPr/>
        <a:lstStyle/>
        <a:p>
          <a:endParaRPr lang="en-US"/>
        </a:p>
      </dgm:t>
    </dgm:pt>
    <dgm:pt modelId="{5F6108A7-ADC5-4369-8467-FAC6E5F439BD}" type="sibTrans" cxnId="{32071771-460D-42D5-BC5F-4118729AA749}">
      <dgm:prSet/>
      <dgm:spPr/>
      <dgm:t>
        <a:bodyPr/>
        <a:lstStyle/>
        <a:p>
          <a:endParaRPr lang="en-US"/>
        </a:p>
      </dgm:t>
    </dgm:pt>
    <dgm:pt modelId="{1AD44322-2E17-43E3-9F62-044DB35AD058}">
      <dgm:prSet/>
      <dgm:spPr/>
      <dgm:t>
        <a:bodyPr/>
        <a:lstStyle/>
        <a:p>
          <a:r>
            <a:rPr lang="en-US"/>
            <a:t>QUARTERLY TIMELINE:</a:t>
          </a:r>
        </a:p>
      </dgm:t>
    </dgm:pt>
    <dgm:pt modelId="{27056B6C-AB73-49C6-B051-27E5D328C667}" type="parTrans" cxnId="{05D72B97-2D6D-45A2-9F3E-DCEDB09729D8}">
      <dgm:prSet/>
      <dgm:spPr/>
      <dgm:t>
        <a:bodyPr/>
        <a:lstStyle/>
        <a:p>
          <a:endParaRPr lang="en-US"/>
        </a:p>
      </dgm:t>
    </dgm:pt>
    <dgm:pt modelId="{E9C250D1-A1F6-4A96-A980-1527D3975736}" type="sibTrans" cxnId="{05D72B97-2D6D-45A2-9F3E-DCEDB09729D8}">
      <dgm:prSet/>
      <dgm:spPr/>
      <dgm:t>
        <a:bodyPr/>
        <a:lstStyle/>
        <a:p>
          <a:endParaRPr lang="en-US"/>
        </a:p>
      </dgm:t>
    </dgm:pt>
    <dgm:pt modelId="{7BD3A8AA-F735-47FA-9CC8-E0BB1EE78C85}">
      <dgm:prSet/>
      <dgm:spPr/>
      <dgm:t>
        <a:bodyPr/>
        <a:lstStyle/>
        <a:p>
          <a:r>
            <a:rPr lang="en-US"/>
            <a:t>Q1 - Foundation:</a:t>
          </a:r>
        </a:p>
      </dgm:t>
    </dgm:pt>
    <dgm:pt modelId="{7CB0E74C-4DB4-470F-B77D-256EF62D3CA1}" type="parTrans" cxnId="{B634BC2D-9C6F-4B76-B701-B43A6F7B4A9E}">
      <dgm:prSet/>
      <dgm:spPr/>
      <dgm:t>
        <a:bodyPr/>
        <a:lstStyle/>
        <a:p>
          <a:endParaRPr lang="en-US"/>
        </a:p>
      </dgm:t>
    </dgm:pt>
    <dgm:pt modelId="{7D05984B-B3D8-4D47-93ED-FB08F1679603}" type="sibTrans" cxnId="{B634BC2D-9C6F-4B76-B701-B43A6F7B4A9E}">
      <dgm:prSet/>
      <dgm:spPr/>
      <dgm:t>
        <a:bodyPr/>
        <a:lstStyle/>
        <a:p>
          <a:endParaRPr lang="en-US"/>
        </a:p>
      </dgm:t>
    </dgm:pt>
    <dgm:pt modelId="{2CA147F5-D133-4063-AC3F-1FD6B86A9E24}">
      <dgm:prSet/>
      <dgm:spPr/>
      <dgm:t>
        <a:bodyPr/>
        <a:lstStyle/>
        <a:p>
          <a:r>
            <a:rPr lang="en-US"/>
            <a:t>Deploy dashboard, address unjustified,</a:t>
          </a:r>
        </a:p>
      </dgm:t>
    </dgm:pt>
    <dgm:pt modelId="{3C1F9C9F-8BEC-438F-B15A-06EF8E8AB44F}" type="parTrans" cxnId="{3579E1D9-1F80-4D1C-952C-F0D28AEE2256}">
      <dgm:prSet/>
      <dgm:spPr/>
      <dgm:t>
        <a:bodyPr/>
        <a:lstStyle/>
        <a:p>
          <a:endParaRPr lang="en-US"/>
        </a:p>
      </dgm:t>
    </dgm:pt>
    <dgm:pt modelId="{5C5B9FFE-811B-4743-904C-3814AED70E3E}" type="sibTrans" cxnId="{3579E1D9-1F80-4D1C-952C-F0D28AEE2256}">
      <dgm:prSet/>
      <dgm:spPr/>
      <dgm:t>
        <a:bodyPr/>
        <a:lstStyle/>
        <a:p>
          <a:endParaRPr lang="en-US"/>
        </a:p>
      </dgm:t>
    </dgm:pt>
    <dgm:pt modelId="{2BA4AA3D-E513-4EC0-9552-D01999B338B6}">
      <dgm:prSet/>
      <dgm:spPr/>
      <dgm:t>
        <a:bodyPr/>
        <a:lstStyle/>
        <a:p>
          <a:r>
            <a:rPr lang="en-US"/>
            <a:t>Monday program</a:t>
          </a:r>
        </a:p>
      </dgm:t>
    </dgm:pt>
    <dgm:pt modelId="{CFE37416-7945-40BC-951D-84B19126CACA}" type="parTrans" cxnId="{5D04895B-99BB-42CF-8509-0BDD52D49DA2}">
      <dgm:prSet/>
      <dgm:spPr/>
      <dgm:t>
        <a:bodyPr/>
        <a:lstStyle/>
        <a:p>
          <a:endParaRPr lang="en-US"/>
        </a:p>
      </dgm:t>
    </dgm:pt>
    <dgm:pt modelId="{BF445235-1DFE-45D9-B654-7D10EAE5C02A}" type="sibTrans" cxnId="{5D04895B-99BB-42CF-8509-0BDD52D49DA2}">
      <dgm:prSet/>
      <dgm:spPr/>
      <dgm:t>
        <a:bodyPr/>
        <a:lstStyle/>
        <a:p>
          <a:endParaRPr lang="en-US"/>
        </a:p>
      </dgm:t>
    </dgm:pt>
    <dgm:pt modelId="{D762E2D6-8F95-4661-B397-6A8684ACD051}">
      <dgm:prSet/>
      <dgm:spPr/>
      <dgm:t>
        <a:bodyPr/>
        <a:lstStyle/>
        <a:p>
          <a:r>
            <a:rPr lang="en-US"/>
            <a:t>Q2 - Programs:</a:t>
          </a:r>
        </a:p>
      </dgm:t>
    </dgm:pt>
    <dgm:pt modelId="{4023293F-91F3-4781-AA46-83DE0D0168C4}" type="parTrans" cxnId="{B08BE30B-657C-4D88-81B3-ED2258A0A1E3}">
      <dgm:prSet/>
      <dgm:spPr/>
      <dgm:t>
        <a:bodyPr/>
        <a:lstStyle/>
        <a:p>
          <a:endParaRPr lang="en-US"/>
        </a:p>
      </dgm:t>
    </dgm:pt>
    <dgm:pt modelId="{0775CDF0-7472-4F92-9506-5CC2B2FE7AC5}" type="sibTrans" cxnId="{B08BE30B-657C-4D88-81B3-ED2258A0A1E3}">
      <dgm:prSet/>
      <dgm:spPr/>
      <dgm:t>
        <a:bodyPr/>
        <a:lstStyle/>
        <a:p>
          <a:endParaRPr lang="en-US"/>
        </a:p>
      </dgm:t>
    </dgm:pt>
    <dgm:pt modelId="{F2D45DD2-997B-4DAC-9432-86F0DBBAA584}">
      <dgm:prSet/>
      <dgm:spPr/>
      <dgm:t>
        <a:bodyPr/>
        <a:lstStyle/>
        <a:p>
          <a:r>
            <a:rPr lang="en-US"/>
            <a:t>Ergonomic rollout, remote pilot,</a:t>
          </a:r>
        </a:p>
      </dgm:t>
    </dgm:pt>
    <dgm:pt modelId="{1A0E19FE-7806-4108-9D96-54C5EF4B3D39}" type="parTrans" cxnId="{E4E210C7-F472-427D-8B59-68B011952441}">
      <dgm:prSet/>
      <dgm:spPr/>
      <dgm:t>
        <a:bodyPr/>
        <a:lstStyle/>
        <a:p>
          <a:endParaRPr lang="en-US"/>
        </a:p>
      </dgm:t>
    </dgm:pt>
    <dgm:pt modelId="{79E662A4-5A0B-49C7-8A88-3F5AF4F81E66}" type="sibTrans" cxnId="{E4E210C7-F472-427D-8B59-68B011952441}">
      <dgm:prSet/>
      <dgm:spPr/>
      <dgm:t>
        <a:bodyPr/>
        <a:lstStyle/>
        <a:p>
          <a:endParaRPr lang="en-US"/>
        </a:p>
      </dgm:t>
    </dgm:pt>
    <dgm:pt modelId="{12AC9D8A-A336-4976-80D0-62A2AEF91EF5}">
      <dgm:prSet/>
      <dgm:spPr/>
      <dgm:t>
        <a:bodyPr/>
        <a:lstStyle/>
        <a:p>
          <a:r>
            <a:rPr lang="en-US"/>
            <a:t>track early wins</a:t>
          </a:r>
        </a:p>
      </dgm:t>
    </dgm:pt>
    <dgm:pt modelId="{F18C11ED-9B29-42C8-881F-B286942FB7E1}" type="parTrans" cxnId="{4E5208CF-AB5E-4B12-A957-D30C2B7F8DF6}">
      <dgm:prSet/>
      <dgm:spPr/>
      <dgm:t>
        <a:bodyPr/>
        <a:lstStyle/>
        <a:p>
          <a:endParaRPr lang="en-US"/>
        </a:p>
      </dgm:t>
    </dgm:pt>
    <dgm:pt modelId="{A3FFAD95-AF42-4B2C-8953-15EFBEB6A604}" type="sibTrans" cxnId="{4E5208CF-AB5E-4B12-A957-D30C2B7F8DF6}">
      <dgm:prSet/>
      <dgm:spPr/>
      <dgm:t>
        <a:bodyPr/>
        <a:lstStyle/>
        <a:p>
          <a:endParaRPr lang="en-US"/>
        </a:p>
      </dgm:t>
    </dgm:pt>
    <dgm:pt modelId="{6928C287-6E07-4FCB-BD1A-2933CAD27866}">
      <dgm:prSet/>
      <dgm:spPr/>
      <dgm:t>
        <a:bodyPr/>
        <a:lstStyle/>
        <a:p>
          <a:r>
            <a:rPr lang="en-US"/>
            <a:t>Q3 - Optimize:</a:t>
          </a:r>
        </a:p>
      </dgm:t>
    </dgm:pt>
    <dgm:pt modelId="{0BBE33DE-6FAC-47F0-945D-091CCF6882D2}" type="parTrans" cxnId="{79665ABA-534E-4DE5-ADD5-6C82187543E1}">
      <dgm:prSet/>
      <dgm:spPr/>
      <dgm:t>
        <a:bodyPr/>
        <a:lstStyle/>
        <a:p>
          <a:endParaRPr lang="en-US"/>
        </a:p>
      </dgm:t>
    </dgm:pt>
    <dgm:pt modelId="{7920103E-8AD2-4041-819B-1D74FFE02556}" type="sibTrans" cxnId="{79665ABA-534E-4DE5-ADD5-6C82187543E1}">
      <dgm:prSet/>
      <dgm:spPr/>
      <dgm:t>
        <a:bodyPr/>
        <a:lstStyle/>
        <a:p>
          <a:endParaRPr lang="en-US"/>
        </a:p>
      </dgm:t>
    </dgm:pt>
    <dgm:pt modelId="{80C5E13F-D53C-43ED-8A31-EA6C23CAAA15}">
      <dgm:prSet/>
      <dgm:spPr/>
      <dgm:t>
        <a:bodyPr/>
        <a:lstStyle/>
        <a:p>
          <a:r>
            <a:rPr lang="en-US"/>
            <a:t>Wellness launch, preventive incentives,</a:t>
          </a:r>
        </a:p>
      </dgm:t>
    </dgm:pt>
    <dgm:pt modelId="{B87C304D-4834-4F80-A9C6-24665AB99011}" type="parTrans" cxnId="{C039F200-53EE-43B1-A5DB-5794E2E3B361}">
      <dgm:prSet/>
      <dgm:spPr/>
      <dgm:t>
        <a:bodyPr/>
        <a:lstStyle/>
        <a:p>
          <a:endParaRPr lang="en-US"/>
        </a:p>
      </dgm:t>
    </dgm:pt>
    <dgm:pt modelId="{8538C45D-3203-4E7D-A306-BD1C7A8B3886}" type="sibTrans" cxnId="{C039F200-53EE-43B1-A5DB-5794E2E3B361}">
      <dgm:prSet/>
      <dgm:spPr/>
      <dgm:t>
        <a:bodyPr/>
        <a:lstStyle/>
        <a:p>
          <a:endParaRPr lang="en-US"/>
        </a:p>
      </dgm:t>
    </dgm:pt>
    <dgm:pt modelId="{5581AFE3-A881-4847-A20F-21387552A473}">
      <dgm:prSet/>
      <dgm:spPr/>
      <dgm:t>
        <a:bodyPr/>
        <a:lstStyle/>
        <a:p>
          <a:r>
            <a:rPr lang="en-US"/>
            <a:t>measure ROI</a:t>
          </a:r>
        </a:p>
      </dgm:t>
    </dgm:pt>
    <dgm:pt modelId="{F627F46C-A1BF-43D2-9CC6-6D404BB16E0A}" type="parTrans" cxnId="{5F79059A-3D3E-4AFA-85B1-CD415637C07D}">
      <dgm:prSet/>
      <dgm:spPr/>
      <dgm:t>
        <a:bodyPr/>
        <a:lstStyle/>
        <a:p>
          <a:endParaRPr lang="en-US"/>
        </a:p>
      </dgm:t>
    </dgm:pt>
    <dgm:pt modelId="{E5CE8EBC-16ED-464C-9033-CE39BFACD113}" type="sibTrans" cxnId="{5F79059A-3D3E-4AFA-85B1-CD415637C07D}">
      <dgm:prSet/>
      <dgm:spPr/>
      <dgm:t>
        <a:bodyPr/>
        <a:lstStyle/>
        <a:p>
          <a:endParaRPr lang="en-US"/>
        </a:p>
      </dgm:t>
    </dgm:pt>
    <dgm:pt modelId="{3B31F7FD-E968-4B3F-9074-70C5356E7F84}">
      <dgm:prSet/>
      <dgm:spPr/>
      <dgm:t>
        <a:bodyPr/>
        <a:lstStyle/>
        <a:p>
          <a:r>
            <a:rPr lang="en-US"/>
            <a:t>Q4 - Sustain:</a:t>
          </a:r>
        </a:p>
      </dgm:t>
    </dgm:pt>
    <dgm:pt modelId="{C3AFB605-B708-45B9-B62C-6A1D3F949B42}" type="parTrans" cxnId="{B1088371-A92E-40CA-8BEE-7A0C2497EBEF}">
      <dgm:prSet/>
      <dgm:spPr/>
      <dgm:t>
        <a:bodyPr/>
        <a:lstStyle/>
        <a:p>
          <a:endParaRPr lang="en-US"/>
        </a:p>
      </dgm:t>
    </dgm:pt>
    <dgm:pt modelId="{0082C8E5-811A-4D78-8BC4-CC67B49DF437}" type="sibTrans" cxnId="{B1088371-A92E-40CA-8BEE-7A0C2497EBEF}">
      <dgm:prSet/>
      <dgm:spPr/>
      <dgm:t>
        <a:bodyPr/>
        <a:lstStyle/>
        <a:p>
          <a:endParaRPr lang="en-US"/>
        </a:p>
      </dgm:t>
    </dgm:pt>
    <dgm:pt modelId="{5BB45FD2-09F8-48CD-AF1A-441DE2C3B824}">
      <dgm:prSet/>
      <dgm:spPr/>
      <dgm:t>
        <a:bodyPr/>
        <a:lstStyle/>
        <a:p>
          <a:r>
            <a:rPr lang="en-US"/>
            <a:t>Analytics expansion, culture assessment,</a:t>
          </a:r>
        </a:p>
      </dgm:t>
    </dgm:pt>
    <dgm:pt modelId="{A5CE9A84-2BC9-4F92-A96B-B63864720523}" type="parTrans" cxnId="{8D6061E9-C80D-40D9-BD7E-47C65F04F846}">
      <dgm:prSet/>
      <dgm:spPr/>
      <dgm:t>
        <a:bodyPr/>
        <a:lstStyle/>
        <a:p>
          <a:endParaRPr lang="en-US"/>
        </a:p>
      </dgm:t>
    </dgm:pt>
    <dgm:pt modelId="{C9B3C630-E8CF-4A37-B885-1A20CD00E636}" type="sibTrans" cxnId="{8D6061E9-C80D-40D9-BD7E-47C65F04F846}">
      <dgm:prSet/>
      <dgm:spPr/>
      <dgm:t>
        <a:bodyPr/>
        <a:lstStyle/>
        <a:p>
          <a:endParaRPr lang="en-US"/>
        </a:p>
      </dgm:t>
    </dgm:pt>
    <dgm:pt modelId="{05203962-2BDE-4062-A2BB-9AB161C70780}">
      <dgm:prSet/>
      <dgm:spPr/>
      <dgm:t>
        <a:bodyPr/>
        <a:lstStyle/>
        <a:p>
          <a:r>
            <a:rPr lang="en-US"/>
            <a:t>plan Year 2</a:t>
          </a:r>
        </a:p>
      </dgm:t>
    </dgm:pt>
    <dgm:pt modelId="{5F0E4A38-FE62-437A-8133-F07C8DB6A0FC}" type="parTrans" cxnId="{958FBBDF-687D-4C11-99EC-780813125B46}">
      <dgm:prSet/>
      <dgm:spPr/>
      <dgm:t>
        <a:bodyPr/>
        <a:lstStyle/>
        <a:p>
          <a:endParaRPr lang="en-US"/>
        </a:p>
      </dgm:t>
    </dgm:pt>
    <dgm:pt modelId="{ED441AD7-EBA0-41CD-B88D-45184F890BFE}" type="sibTrans" cxnId="{958FBBDF-687D-4C11-99EC-780813125B46}">
      <dgm:prSet/>
      <dgm:spPr/>
      <dgm:t>
        <a:bodyPr/>
        <a:lstStyle/>
        <a:p>
          <a:endParaRPr lang="en-US"/>
        </a:p>
      </dgm:t>
    </dgm:pt>
    <dgm:pt modelId="{B3131EF2-40FC-4EB4-9FFD-7671339EA971}">
      <dgm:prSet/>
      <dgm:spPr/>
      <dgm:t>
        <a:bodyPr/>
        <a:lstStyle/>
        <a:p>
          <a:r>
            <a:rPr lang="en-US"/>
            <a:t>3-YEAR ROI PROJECTION:</a:t>
          </a:r>
        </a:p>
      </dgm:t>
    </dgm:pt>
    <dgm:pt modelId="{B261FE66-5E17-4AAD-8431-1456F835724C}" type="parTrans" cxnId="{2B09D6CD-1AD3-4B39-BCED-EBA6A330A5B7}">
      <dgm:prSet/>
      <dgm:spPr/>
      <dgm:t>
        <a:bodyPr/>
        <a:lstStyle/>
        <a:p>
          <a:endParaRPr lang="en-US"/>
        </a:p>
      </dgm:t>
    </dgm:pt>
    <dgm:pt modelId="{321F3B3B-3B66-45D0-82A7-0DA42BB83BE7}" type="sibTrans" cxnId="{2B09D6CD-1AD3-4B39-BCED-EBA6A330A5B7}">
      <dgm:prSet/>
      <dgm:spPr/>
      <dgm:t>
        <a:bodyPr/>
        <a:lstStyle/>
        <a:p>
          <a:endParaRPr lang="en-US"/>
        </a:p>
      </dgm:t>
    </dgm:pt>
    <dgm:pt modelId="{53B18190-46B8-4DA2-9BC7-419236017B50}">
      <dgm:prSet/>
      <dgm:spPr/>
      <dgm:t>
        <a:bodyPr/>
        <a:lstStyle/>
        <a:p>
          <a:r>
            <a:rPr lang="en-US"/>
            <a:t>Year 1: $200-300K savings</a:t>
          </a:r>
        </a:p>
      </dgm:t>
    </dgm:pt>
    <dgm:pt modelId="{4EDD670E-B20D-4B19-B5D3-B8819A513464}" type="parTrans" cxnId="{02AF8DC5-1B25-4C23-8209-0A7A6CE5D09E}">
      <dgm:prSet/>
      <dgm:spPr/>
      <dgm:t>
        <a:bodyPr/>
        <a:lstStyle/>
        <a:p>
          <a:endParaRPr lang="en-US"/>
        </a:p>
      </dgm:t>
    </dgm:pt>
    <dgm:pt modelId="{F2A166A9-BDDD-4869-8655-6E869779E5D4}" type="sibTrans" cxnId="{02AF8DC5-1B25-4C23-8209-0A7A6CE5D09E}">
      <dgm:prSet/>
      <dgm:spPr/>
      <dgm:t>
        <a:bodyPr/>
        <a:lstStyle/>
        <a:p>
          <a:endParaRPr lang="en-US"/>
        </a:p>
      </dgm:t>
    </dgm:pt>
    <dgm:pt modelId="{D5016C7B-FCF7-4C06-9E71-62D46252C001}">
      <dgm:prSet/>
      <dgm:spPr/>
      <dgm:t>
        <a:bodyPr/>
        <a:lstStyle/>
        <a:p>
          <a:r>
            <a:rPr lang="en-US"/>
            <a:t>$50-100K investment</a:t>
          </a:r>
        </a:p>
      </dgm:t>
    </dgm:pt>
    <dgm:pt modelId="{25F56D67-D339-4BA7-91F0-4D23AC4C65F8}" type="parTrans" cxnId="{E7EB6D36-650F-4C8D-B350-BAD5560C0953}">
      <dgm:prSet/>
      <dgm:spPr/>
      <dgm:t>
        <a:bodyPr/>
        <a:lstStyle/>
        <a:p>
          <a:endParaRPr lang="en-US"/>
        </a:p>
      </dgm:t>
    </dgm:pt>
    <dgm:pt modelId="{E162F923-73D1-44E2-BFB3-A9DC78B2CA6F}" type="sibTrans" cxnId="{E7EB6D36-650F-4C8D-B350-BAD5560C0953}">
      <dgm:prSet/>
      <dgm:spPr/>
      <dgm:t>
        <a:bodyPr/>
        <a:lstStyle/>
        <a:p>
          <a:endParaRPr lang="en-US"/>
        </a:p>
      </dgm:t>
    </dgm:pt>
    <dgm:pt modelId="{7845A430-EC78-4728-85BD-0D904D0A8565}">
      <dgm:prSet/>
      <dgm:spPr/>
      <dgm:t>
        <a:bodyPr/>
        <a:lstStyle/>
        <a:p>
          <a:r>
            <a:rPr lang="en-US"/>
            <a:t>Net: $150-250K | ROI: 3:1 to 5:1</a:t>
          </a:r>
        </a:p>
      </dgm:t>
    </dgm:pt>
    <dgm:pt modelId="{32536A51-1F39-4119-8D21-17E2A1521622}" type="parTrans" cxnId="{5C1489C8-8293-498F-98BB-00BE1F4E000D}">
      <dgm:prSet/>
      <dgm:spPr/>
      <dgm:t>
        <a:bodyPr/>
        <a:lstStyle/>
        <a:p>
          <a:endParaRPr lang="en-US"/>
        </a:p>
      </dgm:t>
    </dgm:pt>
    <dgm:pt modelId="{6ED04587-1188-476B-A4D1-59B0FBB3A218}" type="sibTrans" cxnId="{5C1489C8-8293-498F-98BB-00BE1F4E000D}">
      <dgm:prSet/>
      <dgm:spPr/>
      <dgm:t>
        <a:bodyPr/>
        <a:lstStyle/>
        <a:p>
          <a:endParaRPr lang="en-US"/>
        </a:p>
      </dgm:t>
    </dgm:pt>
    <dgm:pt modelId="{699867E1-A670-4781-A345-62580C004E88}">
      <dgm:prSet/>
      <dgm:spPr/>
      <dgm:t>
        <a:bodyPr/>
        <a:lstStyle/>
        <a:p>
          <a:r>
            <a:rPr lang="en-US"/>
            <a:t>Year 2: $250-400K savings</a:t>
          </a:r>
        </a:p>
      </dgm:t>
    </dgm:pt>
    <dgm:pt modelId="{B801D0E8-B774-49AC-B85E-BF034DB95087}" type="parTrans" cxnId="{F575937E-9F99-47F5-9CA0-1E4EA078473F}">
      <dgm:prSet/>
      <dgm:spPr/>
      <dgm:t>
        <a:bodyPr/>
        <a:lstStyle/>
        <a:p>
          <a:endParaRPr lang="en-US"/>
        </a:p>
      </dgm:t>
    </dgm:pt>
    <dgm:pt modelId="{2D8EC158-C961-4B5F-8831-FD162CB1F2CB}" type="sibTrans" cxnId="{F575937E-9F99-47F5-9CA0-1E4EA078473F}">
      <dgm:prSet/>
      <dgm:spPr/>
      <dgm:t>
        <a:bodyPr/>
        <a:lstStyle/>
        <a:p>
          <a:endParaRPr lang="en-US"/>
        </a:p>
      </dgm:t>
    </dgm:pt>
    <dgm:pt modelId="{77A5B59A-9F56-4F98-8FB3-1D4FEA159A8F}">
      <dgm:prSet/>
      <dgm:spPr/>
      <dgm:t>
        <a:bodyPr/>
        <a:lstStyle/>
        <a:p>
          <a:r>
            <a:rPr lang="en-US"/>
            <a:t>$50-75K investment</a:t>
          </a:r>
        </a:p>
      </dgm:t>
    </dgm:pt>
    <dgm:pt modelId="{4978C3EA-82D4-4331-9B62-F3F614CCFB3D}" type="parTrans" cxnId="{ABB5B67A-05D9-4D23-B222-686D4EEAA81A}">
      <dgm:prSet/>
      <dgm:spPr/>
      <dgm:t>
        <a:bodyPr/>
        <a:lstStyle/>
        <a:p>
          <a:endParaRPr lang="en-US"/>
        </a:p>
      </dgm:t>
    </dgm:pt>
    <dgm:pt modelId="{92664880-0050-4C6B-B25A-2AE12C02977A}" type="sibTrans" cxnId="{ABB5B67A-05D9-4D23-B222-686D4EEAA81A}">
      <dgm:prSet/>
      <dgm:spPr/>
      <dgm:t>
        <a:bodyPr/>
        <a:lstStyle/>
        <a:p>
          <a:endParaRPr lang="en-US"/>
        </a:p>
      </dgm:t>
    </dgm:pt>
    <dgm:pt modelId="{0C7C7ADA-51D0-4815-9990-96C1E394C54C}">
      <dgm:prSet/>
      <dgm:spPr/>
      <dgm:t>
        <a:bodyPr/>
        <a:lstStyle/>
        <a:p>
          <a:r>
            <a:rPr lang="en-US"/>
            <a:t>Net: $200-350K | ROI: 5:1 to 8:1</a:t>
          </a:r>
        </a:p>
      </dgm:t>
    </dgm:pt>
    <dgm:pt modelId="{2AA48442-DF51-4043-B9A1-092C53EF6B58}" type="parTrans" cxnId="{C2ED657B-E886-4793-B6A5-729B3AD2D778}">
      <dgm:prSet/>
      <dgm:spPr/>
      <dgm:t>
        <a:bodyPr/>
        <a:lstStyle/>
        <a:p>
          <a:endParaRPr lang="en-US"/>
        </a:p>
      </dgm:t>
    </dgm:pt>
    <dgm:pt modelId="{F8B0B543-7028-4717-8019-51CA7FB1ADF5}" type="sibTrans" cxnId="{C2ED657B-E886-4793-B6A5-729B3AD2D778}">
      <dgm:prSet/>
      <dgm:spPr/>
      <dgm:t>
        <a:bodyPr/>
        <a:lstStyle/>
        <a:p>
          <a:endParaRPr lang="en-US"/>
        </a:p>
      </dgm:t>
    </dgm:pt>
    <dgm:pt modelId="{2F924EF0-FB4C-4FA3-81FB-937713CFBD12}">
      <dgm:prSet/>
      <dgm:spPr/>
      <dgm:t>
        <a:bodyPr/>
        <a:lstStyle/>
        <a:p>
          <a:r>
            <a:rPr lang="en-US"/>
            <a:t>Year 3: $150-300K savings</a:t>
          </a:r>
        </a:p>
      </dgm:t>
    </dgm:pt>
    <dgm:pt modelId="{0805F6B3-1BAD-4229-951D-682443028674}" type="parTrans" cxnId="{D85A4B63-EA46-4F35-B0B8-208900E34160}">
      <dgm:prSet/>
      <dgm:spPr/>
      <dgm:t>
        <a:bodyPr/>
        <a:lstStyle/>
        <a:p>
          <a:endParaRPr lang="en-US"/>
        </a:p>
      </dgm:t>
    </dgm:pt>
    <dgm:pt modelId="{7EC74ABA-6DA9-4B46-97DE-2B7C87CEA4D1}" type="sibTrans" cxnId="{D85A4B63-EA46-4F35-B0B8-208900E34160}">
      <dgm:prSet/>
      <dgm:spPr/>
      <dgm:t>
        <a:bodyPr/>
        <a:lstStyle/>
        <a:p>
          <a:endParaRPr lang="en-US"/>
        </a:p>
      </dgm:t>
    </dgm:pt>
    <dgm:pt modelId="{80B281A3-5E09-4390-9584-7A7B5BDE5A25}">
      <dgm:prSet/>
      <dgm:spPr/>
      <dgm:t>
        <a:bodyPr/>
        <a:lstStyle/>
        <a:p>
          <a:r>
            <a:rPr lang="en-US"/>
            <a:t>$25-50K investment</a:t>
          </a:r>
        </a:p>
      </dgm:t>
    </dgm:pt>
    <dgm:pt modelId="{3CF57A86-7C5E-4ECE-9F22-3BCF474F760F}" type="parTrans" cxnId="{F923B8C3-4C0D-4EF7-8AC0-6B355B9CA628}">
      <dgm:prSet/>
      <dgm:spPr/>
      <dgm:t>
        <a:bodyPr/>
        <a:lstStyle/>
        <a:p>
          <a:endParaRPr lang="en-US"/>
        </a:p>
      </dgm:t>
    </dgm:pt>
    <dgm:pt modelId="{D4515CBF-0BBD-456C-903D-1CBF0761DD6B}" type="sibTrans" cxnId="{F923B8C3-4C0D-4EF7-8AC0-6B355B9CA628}">
      <dgm:prSet/>
      <dgm:spPr/>
      <dgm:t>
        <a:bodyPr/>
        <a:lstStyle/>
        <a:p>
          <a:endParaRPr lang="en-US"/>
        </a:p>
      </dgm:t>
    </dgm:pt>
    <dgm:pt modelId="{B28B1D3C-A73B-4B35-911D-AF5E7EAB9040}">
      <dgm:prSet/>
      <dgm:spPr/>
      <dgm:t>
        <a:bodyPr/>
        <a:lstStyle/>
        <a:p>
          <a:r>
            <a:rPr lang="en-US"/>
            <a:t>Net: $125-250K | ROI: 5:1 to 12:1</a:t>
          </a:r>
        </a:p>
      </dgm:t>
    </dgm:pt>
    <dgm:pt modelId="{7F14C6B6-9407-474B-8517-CC286986484D}" type="parTrans" cxnId="{9609E3AC-6D7A-4EFD-B8E5-E910B795F5EB}">
      <dgm:prSet/>
      <dgm:spPr/>
      <dgm:t>
        <a:bodyPr/>
        <a:lstStyle/>
        <a:p>
          <a:endParaRPr lang="en-US"/>
        </a:p>
      </dgm:t>
    </dgm:pt>
    <dgm:pt modelId="{5FB9C38F-7849-4896-95DC-80EC0729BD3F}" type="sibTrans" cxnId="{9609E3AC-6D7A-4EFD-B8E5-E910B795F5EB}">
      <dgm:prSet/>
      <dgm:spPr/>
      <dgm:t>
        <a:bodyPr/>
        <a:lstStyle/>
        <a:p>
          <a:endParaRPr lang="en-US"/>
        </a:p>
      </dgm:t>
    </dgm:pt>
    <dgm:pt modelId="{708AB662-EFEA-4D2D-8BA5-F0C611E43C50}">
      <dgm:prSet/>
      <dgm:spPr/>
      <dgm:t>
        <a:bodyPr/>
        <a:lstStyle/>
        <a:p>
          <a:r>
            <a:rPr lang="en-US"/>
            <a:t>CUMULATIVE: $600K-$1M savings</a:t>
          </a:r>
        </a:p>
      </dgm:t>
    </dgm:pt>
    <dgm:pt modelId="{7A22BBCE-8E26-4807-B0CB-0C86AF584785}" type="parTrans" cxnId="{D268E2D9-468E-4DD3-AA62-8E30DE99DD1C}">
      <dgm:prSet/>
      <dgm:spPr/>
      <dgm:t>
        <a:bodyPr/>
        <a:lstStyle/>
        <a:p>
          <a:endParaRPr lang="en-US"/>
        </a:p>
      </dgm:t>
    </dgm:pt>
    <dgm:pt modelId="{76590D76-DE20-4672-89DD-6E171A41D625}" type="sibTrans" cxnId="{D268E2D9-468E-4DD3-AA62-8E30DE99DD1C}">
      <dgm:prSet/>
      <dgm:spPr/>
      <dgm:t>
        <a:bodyPr/>
        <a:lstStyle/>
        <a:p>
          <a:endParaRPr lang="en-US"/>
        </a:p>
      </dgm:t>
    </dgm:pt>
    <dgm:pt modelId="{0C4E791A-4165-4FFE-9168-FB27D8B7DD2B}">
      <dgm:prSet/>
      <dgm:spPr/>
      <dgm:t>
        <a:bodyPr/>
        <a:lstStyle/>
        <a:p>
          <a:r>
            <a:rPr lang="en-US"/>
            <a:t>Net: $450K-$750K</a:t>
          </a:r>
        </a:p>
      </dgm:t>
    </dgm:pt>
    <dgm:pt modelId="{AC13CAB8-505B-4CEA-8129-8B6EBFBA1B5C}" type="parTrans" cxnId="{C02A3903-DB1B-459A-AEE8-28756A77E496}">
      <dgm:prSet/>
      <dgm:spPr/>
      <dgm:t>
        <a:bodyPr/>
        <a:lstStyle/>
        <a:p>
          <a:endParaRPr lang="en-US"/>
        </a:p>
      </dgm:t>
    </dgm:pt>
    <dgm:pt modelId="{278FB4C5-10F6-4539-BDA9-AA5F762B907E}" type="sibTrans" cxnId="{C02A3903-DB1B-459A-AEE8-28756A77E496}">
      <dgm:prSet/>
      <dgm:spPr/>
      <dgm:t>
        <a:bodyPr/>
        <a:lstStyle/>
        <a:p>
          <a:endParaRPr lang="en-US"/>
        </a:p>
      </dgm:t>
    </dgm:pt>
    <dgm:pt modelId="{C4E095F8-1F4B-449D-9179-8DB33B57B1D5}">
      <dgm:prSet/>
      <dgm:spPr/>
      <dgm:t>
        <a:bodyPr/>
        <a:lstStyle/>
        <a:p>
          <a:r>
            <a:rPr lang="en-US"/>
            <a:t>Overall ROI: 4:1 to 10:1</a:t>
          </a:r>
        </a:p>
      </dgm:t>
    </dgm:pt>
    <dgm:pt modelId="{F40364B6-509F-40AC-A193-0CD11DC39DCB}" type="parTrans" cxnId="{8A8DA199-DFFA-4D3E-8AE9-EC029D41A2F4}">
      <dgm:prSet/>
      <dgm:spPr/>
      <dgm:t>
        <a:bodyPr/>
        <a:lstStyle/>
        <a:p>
          <a:endParaRPr lang="en-US"/>
        </a:p>
      </dgm:t>
    </dgm:pt>
    <dgm:pt modelId="{D119C02E-90C9-4ED0-8F5C-60D44AA9ABF2}" type="sibTrans" cxnId="{8A8DA199-DFFA-4D3E-8AE9-EC029D41A2F4}">
      <dgm:prSet/>
      <dgm:spPr/>
      <dgm:t>
        <a:bodyPr/>
        <a:lstStyle/>
        <a:p>
          <a:endParaRPr lang="en-US"/>
        </a:p>
      </dgm:t>
    </dgm:pt>
    <dgm:pt modelId="{36C1A25C-EDF6-4543-A662-A7D6A79E5AC2}" type="pres">
      <dgm:prSet presAssocID="{DED898B0-702F-419A-8ED1-5D8B21835C43}" presName="Name0" presStyleCnt="0">
        <dgm:presLayoutVars>
          <dgm:dir/>
          <dgm:resizeHandles val="exact"/>
        </dgm:presLayoutVars>
      </dgm:prSet>
      <dgm:spPr/>
    </dgm:pt>
    <dgm:pt modelId="{8A9D1502-0C83-4A21-9CAC-2972A3F19D5E}" type="pres">
      <dgm:prSet presAssocID="{3F6B1BBD-6B73-482A-924F-2931B3F97C11}" presName="node" presStyleLbl="node1" presStyleIdx="0" presStyleCnt="27">
        <dgm:presLayoutVars>
          <dgm:bulletEnabled val="1"/>
        </dgm:presLayoutVars>
      </dgm:prSet>
      <dgm:spPr/>
    </dgm:pt>
    <dgm:pt modelId="{9419585D-E501-4FE5-A387-500937D74263}" type="pres">
      <dgm:prSet presAssocID="{5F6108A7-ADC5-4369-8467-FAC6E5F439BD}" presName="sibTrans" presStyleLbl="sibTrans1D1" presStyleIdx="0" presStyleCnt="26"/>
      <dgm:spPr/>
    </dgm:pt>
    <dgm:pt modelId="{CC1CE142-4B08-4A2F-A6E5-E18FB33E38B4}" type="pres">
      <dgm:prSet presAssocID="{5F6108A7-ADC5-4369-8467-FAC6E5F439BD}" presName="connectorText" presStyleLbl="sibTrans1D1" presStyleIdx="0" presStyleCnt="26"/>
      <dgm:spPr/>
    </dgm:pt>
    <dgm:pt modelId="{65F3EBD2-DC79-416C-9C8C-F4DDF197E6AC}" type="pres">
      <dgm:prSet presAssocID="{1AD44322-2E17-43E3-9F62-044DB35AD058}" presName="node" presStyleLbl="node1" presStyleIdx="1" presStyleCnt="27">
        <dgm:presLayoutVars>
          <dgm:bulletEnabled val="1"/>
        </dgm:presLayoutVars>
      </dgm:prSet>
      <dgm:spPr/>
    </dgm:pt>
    <dgm:pt modelId="{B86D3995-59A0-40C4-BDC6-5216E9281E48}" type="pres">
      <dgm:prSet presAssocID="{E9C250D1-A1F6-4A96-A980-1527D3975736}" presName="sibTrans" presStyleLbl="sibTrans1D1" presStyleIdx="1" presStyleCnt="26"/>
      <dgm:spPr/>
    </dgm:pt>
    <dgm:pt modelId="{0078C636-73BD-47E4-B65D-636B28BE91A3}" type="pres">
      <dgm:prSet presAssocID="{E9C250D1-A1F6-4A96-A980-1527D3975736}" presName="connectorText" presStyleLbl="sibTrans1D1" presStyleIdx="1" presStyleCnt="26"/>
      <dgm:spPr/>
    </dgm:pt>
    <dgm:pt modelId="{16384466-462C-491A-9D01-79BEEE8641CF}" type="pres">
      <dgm:prSet presAssocID="{7BD3A8AA-F735-47FA-9CC8-E0BB1EE78C85}" presName="node" presStyleLbl="node1" presStyleIdx="2" presStyleCnt="27">
        <dgm:presLayoutVars>
          <dgm:bulletEnabled val="1"/>
        </dgm:presLayoutVars>
      </dgm:prSet>
      <dgm:spPr/>
    </dgm:pt>
    <dgm:pt modelId="{B31A8FC0-2E66-4D67-BBBF-FBCEFBD4C047}" type="pres">
      <dgm:prSet presAssocID="{7D05984B-B3D8-4D47-93ED-FB08F1679603}" presName="sibTrans" presStyleLbl="sibTrans1D1" presStyleIdx="2" presStyleCnt="26"/>
      <dgm:spPr/>
    </dgm:pt>
    <dgm:pt modelId="{6A6F6561-282D-4259-B6FE-D504C2B6A62E}" type="pres">
      <dgm:prSet presAssocID="{7D05984B-B3D8-4D47-93ED-FB08F1679603}" presName="connectorText" presStyleLbl="sibTrans1D1" presStyleIdx="2" presStyleCnt="26"/>
      <dgm:spPr/>
    </dgm:pt>
    <dgm:pt modelId="{A84DD766-B05A-4D33-8FFC-3978C4FDB27C}" type="pres">
      <dgm:prSet presAssocID="{2CA147F5-D133-4063-AC3F-1FD6B86A9E24}" presName="node" presStyleLbl="node1" presStyleIdx="3" presStyleCnt="27">
        <dgm:presLayoutVars>
          <dgm:bulletEnabled val="1"/>
        </dgm:presLayoutVars>
      </dgm:prSet>
      <dgm:spPr/>
    </dgm:pt>
    <dgm:pt modelId="{E29A8CC1-15D6-44C4-B26A-B751E4E5FF5A}" type="pres">
      <dgm:prSet presAssocID="{5C5B9FFE-811B-4743-904C-3814AED70E3E}" presName="sibTrans" presStyleLbl="sibTrans1D1" presStyleIdx="3" presStyleCnt="26"/>
      <dgm:spPr/>
    </dgm:pt>
    <dgm:pt modelId="{A24D7CAF-0A96-4A88-A298-9623DD2182B2}" type="pres">
      <dgm:prSet presAssocID="{5C5B9FFE-811B-4743-904C-3814AED70E3E}" presName="connectorText" presStyleLbl="sibTrans1D1" presStyleIdx="3" presStyleCnt="26"/>
      <dgm:spPr/>
    </dgm:pt>
    <dgm:pt modelId="{111C495B-D3AF-4E4F-B576-75A43892530D}" type="pres">
      <dgm:prSet presAssocID="{2BA4AA3D-E513-4EC0-9552-D01999B338B6}" presName="node" presStyleLbl="node1" presStyleIdx="4" presStyleCnt="27">
        <dgm:presLayoutVars>
          <dgm:bulletEnabled val="1"/>
        </dgm:presLayoutVars>
      </dgm:prSet>
      <dgm:spPr/>
    </dgm:pt>
    <dgm:pt modelId="{99EB854A-6E55-467A-A835-CE6665B7DCB3}" type="pres">
      <dgm:prSet presAssocID="{BF445235-1DFE-45D9-B654-7D10EAE5C02A}" presName="sibTrans" presStyleLbl="sibTrans1D1" presStyleIdx="4" presStyleCnt="26"/>
      <dgm:spPr/>
    </dgm:pt>
    <dgm:pt modelId="{EEFC58E8-C342-4E88-8D79-2585032DC42A}" type="pres">
      <dgm:prSet presAssocID="{BF445235-1DFE-45D9-B654-7D10EAE5C02A}" presName="connectorText" presStyleLbl="sibTrans1D1" presStyleIdx="4" presStyleCnt="26"/>
      <dgm:spPr/>
    </dgm:pt>
    <dgm:pt modelId="{AAE6A9CB-10CA-426D-BCF1-D8CD7F4BDB0E}" type="pres">
      <dgm:prSet presAssocID="{D762E2D6-8F95-4661-B397-6A8684ACD051}" presName="node" presStyleLbl="node1" presStyleIdx="5" presStyleCnt="27">
        <dgm:presLayoutVars>
          <dgm:bulletEnabled val="1"/>
        </dgm:presLayoutVars>
      </dgm:prSet>
      <dgm:spPr/>
    </dgm:pt>
    <dgm:pt modelId="{A349B3D4-58DB-4B07-89D7-FC4F1FCCE056}" type="pres">
      <dgm:prSet presAssocID="{0775CDF0-7472-4F92-9506-5CC2B2FE7AC5}" presName="sibTrans" presStyleLbl="sibTrans1D1" presStyleIdx="5" presStyleCnt="26"/>
      <dgm:spPr/>
    </dgm:pt>
    <dgm:pt modelId="{DCFDE334-8607-436E-AA95-55FFC1CF037B}" type="pres">
      <dgm:prSet presAssocID="{0775CDF0-7472-4F92-9506-5CC2B2FE7AC5}" presName="connectorText" presStyleLbl="sibTrans1D1" presStyleIdx="5" presStyleCnt="26"/>
      <dgm:spPr/>
    </dgm:pt>
    <dgm:pt modelId="{88C80240-2013-4ABD-B691-A94BC84140D1}" type="pres">
      <dgm:prSet presAssocID="{F2D45DD2-997B-4DAC-9432-86F0DBBAA584}" presName="node" presStyleLbl="node1" presStyleIdx="6" presStyleCnt="27">
        <dgm:presLayoutVars>
          <dgm:bulletEnabled val="1"/>
        </dgm:presLayoutVars>
      </dgm:prSet>
      <dgm:spPr/>
    </dgm:pt>
    <dgm:pt modelId="{640C8626-8738-4F4D-BCD7-2642CEDB390C}" type="pres">
      <dgm:prSet presAssocID="{79E662A4-5A0B-49C7-8A88-3F5AF4F81E66}" presName="sibTrans" presStyleLbl="sibTrans1D1" presStyleIdx="6" presStyleCnt="26"/>
      <dgm:spPr/>
    </dgm:pt>
    <dgm:pt modelId="{11707196-885F-4BF0-BAFC-E6051E5B5308}" type="pres">
      <dgm:prSet presAssocID="{79E662A4-5A0B-49C7-8A88-3F5AF4F81E66}" presName="connectorText" presStyleLbl="sibTrans1D1" presStyleIdx="6" presStyleCnt="26"/>
      <dgm:spPr/>
    </dgm:pt>
    <dgm:pt modelId="{94C13B0D-95AB-4504-BCC6-8FE20230DBE3}" type="pres">
      <dgm:prSet presAssocID="{12AC9D8A-A336-4976-80D0-62A2AEF91EF5}" presName="node" presStyleLbl="node1" presStyleIdx="7" presStyleCnt="27">
        <dgm:presLayoutVars>
          <dgm:bulletEnabled val="1"/>
        </dgm:presLayoutVars>
      </dgm:prSet>
      <dgm:spPr/>
    </dgm:pt>
    <dgm:pt modelId="{DA6BD525-E56B-4971-A46C-5D7E44C2E934}" type="pres">
      <dgm:prSet presAssocID="{A3FFAD95-AF42-4B2C-8953-15EFBEB6A604}" presName="sibTrans" presStyleLbl="sibTrans1D1" presStyleIdx="7" presStyleCnt="26"/>
      <dgm:spPr/>
    </dgm:pt>
    <dgm:pt modelId="{408C2C90-E31F-4195-B0E7-6EA63D6DC5EC}" type="pres">
      <dgm:prSet presAssocID="{A3FFAD95-AF42-4B2C-8953-15EFBEB6A604}" presName="connectorText" presStyleLbl="sibTrans1D1" presStyleIdx="7" presStyleCnt="26"/>
      <dgm:spPr/>
    </dgm:pt>
    <dgm:pt modelId="{4D722EBB-BE6F-4D52-ABCD-2A7584B69853}" type="pres">
      <dgm:prSet presAssocID="{6928C287-6E07-4FCB-BD1A-2933CAD27866}" presName="node" presStyleLbl="node1" presStyleIdx="8" presStyleCnt="27">
        <dgm:presLayoutVars>
          <dgm:bulletEnabled val="1"/>
        </dgm:presLayoutVars>
      </dgm:prSet>
      <dgm:spPr/>
    </dgm:pt>
    <dgm:pt modelId="{8CB15663-18EF-40CB-9043-350ACCDEC630}" type="pres">
      <dgm:prSet presAssocID="{7920103E-8AD2-4041-819B-1D74FFE02556}" presName="sibTrans" presStyleLbl="sibTrans1D1" presStyleIdx="8" presStyleCnt="26"/>
      <dgm:spPr/>
    </dgm:pt>
    <dgm:pt modelId="{44CF3C92-182F-480D-AEBD-423C235D992A}" type="pres">
      <dgm:prSet presAssocID="{7920103E-8AD2-4041-819B-1D74FFE02556}" presName="connectorText" presStyleLbl="sibTrans1D1" presStyleIdx="8" presStyleCnt="26"/>
      <dgm:spPr/>
    </dgm:pt>
    <dgm:pt modelId="{8E36681F-08D9-4A3E-9C83-5756697E62DA}" type="pres">
      <dgm:prSet presAssocID="{80C5E13F-D53C-43ED-8A31-EA6C23CAAA15}" presName="node" presStyleLbl="node1" presStyleIdx="9" presStyleCnt="27">
        <dgm:presLayoutVars>
          <dgm:bulletEnabled val="1"/>
        </dgm:presLayoutVars>
      </dgm:prSet>
      <dgm:spPr/>
    </dgm:pt>
    <dgm:pt modelId="{B4995B93-1387-4D94-A9E5-BA250DF41D9A}" type="pres">
      <dgm:prSet presAssocID="{8538C45D-3203-4E7D-A306-BD1C7A8B3886}" presName="sibTrans" presStyleLbl="sibTrans1D1" presStyleIdx="9" presStyleCnt="26"/>
      <dgm:spPr/>
    </dgm:pt>
    <dgm:pt modelId="{6288179C-25EA-4810-9698-C3E69E04E877}" type="pres">
      <dgm:prSet presAssocID="{8538C45D-3203-4E7D-A306-BD1C7A8B3886}" presName="connectorText" presStyleLbl="sibTrans1D1" presStyleIdx="9" presStyleCnt="26"/>
      <dgm:spPr/>
    </dgm:pt>
    <dgm:pt modelId="{F2C572B6-B3E0-4E06-ABCC-CBFAF0AFB585}" type="pres">
      <dgm:prSet presAssocID="{5581AFE3-A881-4847-A20F-21387552A473}" presName="node" presStyleLbl="node1" presStyleIdx="10" presStyleCnt="27">
        <dgm:presLayoutVars>
          <dgm:bulletEnabled val="1"/>
        </dgm:presLayoutVars>
      </dgm:prSet>
      <dgm:spPr/>
    </dgm:pt>
    <dgm:pt modelId="{41DB7E9A-F090-4435-B91F-66C07A6AF218}" type="pres">
      <dgm:prSet presAssocID="{E5CE8EBC-16ED-464C-9033-CE39BFACD113}" presName="sibTrans" presStyleLbl="sibTrans1D1" presStyleIdx="10" presStyleCnt="26"/>
      <dgm:spPr/>
    </dgm:pt>
    <dgm:pt modelId="{D74872DD-A93E-416D-B191-F62407E80578}" type="pres">
      <dgm:prSet presAssocID="{E5CE8EBC-16ED-464C-9033-CE39BFACD113}" presName="connectorText" presStyleLbl="sibTrans1D1" presStyleIdx="10" presStyleCnt="26"/>
      <dgm:spPr/>
    </dgm:pt>
    <dgm:pt modelId="{7ECD32E0-423A-4DEE-A02F-555A9C1D938D}" type="pres">
      <dgm:prSet presAssocID="{3B31F7FD-E968-4B3F-9074-70C5356E7F84}" presName="node" presStyleLbl="node1" presStyleIdx="11" presStyleCnt="27">
        <dgm:presLayoutVars>
          <dgm:bulletEnabled val="1"/>
        </dgm:presLayoutVars>
      </dgm:prSet>
      <dgm:spPr/>
    </dgm:pt>
    <dgm:pt modelId="{D18367B6-147B-4E14-BFCA-078C681422DB}" type="pres">
      <dgm:prSet presAssocID="{0082C8E5-811A-4D78-8BC4-CC67B49DF437}" presName="sibTrans" presStyleLbl="sibTrans1D1" presStyleIdx="11" presStyleCnt="26"/>
      <dgm:spPr/>
    </dgm:pt>
    <dgm:pt modelId="{6C19E4A0-A54E-41EA-B36C-973C2FFA2DE6}" type="pres">
      <dgm:prSet presAssocID="{0082C8E5-811A-4D78-8BC4-CC67B49DF437}" presName="connectorText" presStyleLbl="sibTrans1D1" presStyleIdx="11" presStyleCnt="26"/>
      <dgm:spPr/>
    </dgm:pt>
    <dgm:pt modelId="{0FCC38C3-2C1C-4641-A862-EE031F9242BA}" type="pres">
      <dgm:prSet presAssocID="{5BB45FD2-09F8-48CD-AF1A-441DE2C3B824}" presName="node" presStyleLbl="node1" presStyleIdx="12" presStyleCnt="27">
        <dgm:presLayoutVars>
          <dgm:bulletEnabled val="1"/>
        </dgm:presLayoutVars>
      </dgm:prSet>
      <dgm:spPr/>
    </dgm:pt>
    <dgm:pt modelId="{BC89581C-5058-4245-A499-5A76AEA10570}" type="pres">
      <dgm:prSet presAssocID="{C9B3C630-E8CF-4A37-B885-1A20CD00E636}" presName="sibTrans" presStyleLbl="sibTrans1D1" presStyleIdx="12" presStyleCnt="26"/>
      <dgm:spPr/>
    </dgm:pt>
    <dgm:pt modelId="{44927349-8675-4EA3-86E9-5728C5247C62}" type="pres">
      <dgm:prSet presAssocID="{C9B3C630-E8CF-4A37-B885-1A20CD00E636}" presName="connectorText" presStyleLbl="sibTrans1D1" presStyleIdx="12" presStyleCnt="26"/>
      <dgm:spPr/>
    </dgm:pt>
    <dgm:pt modelId="{61F21CA6-6843-4A59-A5FB-D1D6E9CDE3A2}" type="pres">
      <dgm:prSet presAssocID="{05203962-2BDE-4062-A2BB-9AB161C70780}" presName="node" presStyleLbl="node1" presStyleIdx="13" presStyleCnt="27">
        <dgm:presLayoutVars>
          <dgm:bulletEnabled val="1"/>
        </dgm:presLayoutVars>
      </dgm:prSet>
      <dgm:spPr/>
    </dgm:pt>
    <dgm:pt modelId="{C948A576-248E-4469-981E-EA3C57792F76}" type="pres">
      <dgm:prSet presAssocID="{ED441AD7-EBA0-41CD-B88D-45184F890BFE}" presName="sibTrans" presStyleLbl="sibTrans1D1" presStyleIdx="13" presStyleCnt="26"/>
      <dgm:spPr/>
    </dgm:pt>
    <dgm:pt modelId="{CBBB6662-39E2-4412-A04B-7F8FC1946DCC}" type="pres">
      <dgm:prSet presAssocID="{ED441AD7-EBA0-41CD-B88D-45184F890BFE}" presName="connectorText" presStyleLbl="sibTrans1D1" presStyleIdx="13" presStyleCnt="26"/>
      <dgm:spPr/>
    </dgm:pt>
    <dgm:pt modelId="{27A5C372-DC59-472B-9E49-4432D68D0154}" type="pres">
      <dgm:prSet presAssocID="{B3131EF2-40FC-4EB4-9FFD-7671339EA971}" presName="node" presStyleLbl="node1" presStyleIdx="14" presStyleCnt="27">
        <dgm:presLayoutVars>
          <dgm:bulletEnabled val="1"/>
        </dgm:presLayoutVars>
      </dgm:prSet>
      <dgm:spPr/>
    </dgm:pt>
    <dgm:pt modelId="{40F1F0E1-F0A5-4615-BD12-6675A4EFD638}" type="pres">
      <dgm:prSet presAssocID="{321F3B3B-3B66-45D0-82A7-0DA42BB83BE7}" presName="sibTrans" presStyleLbl="sibTrans1D1" presStyleIdx="14" presStyleCnt="26"/>
      <dgm:spPr/>
    </dgm:pt>
    <dgm:pt modelId="{15C81978-3C80-49EA-90FD-57B2896D96BE}" type="pres">
      <dgm:prSet presAssocID="{321F3B3B-3B66-45D0-82A7-0DA42BB83BE7}" presName="connectorText" presStyleLbl="sibTrans1D1" presStyleIdx="14" presStyleCnt="26"/>
      <dgm:spPr/>
    </dgm:pt>
    <dgm:pt modelId="{2991EC66-F860-476D-8AC7-43ADC61F7A1B}" type="pres">
      <dgm:prSet presAssocID="{53B18190-46B8-4DA2-9BC7-419236017B50}" presName="node" presStyleLbl="node1" presStyleIdx="15" presStyleCnt="27">
        <dgm:presLayoutVars>
          <dgm:bulletEnabled val="1"/>
        </dgm:presLayoutVars>
      </dgm:prSet>
      <dgm:spPr/>
    </dgm:pt>
    <dgm:pt modelId="{F393C193-A8AE-46A9-827C-C7351D0BAE5D}" type="pres">
      <dgm:prSet presAssocID="{F2A166A9-BDDD-4869-8655-6E869779E5D4}" presName="sibTrans" presStyleLbl="sibTrans1D1" presStyleIdx="15" presStyleCnt="26"/>
      <dgm:spPr/>
    </dgm:pt>
    <dgm:pt modelId="{82EE110D-6997-44B7-864B-AC57566B35E5}" type="pres">
      <dgm:prSet presAssocID="{F2A166A9-BDDD-4869-8655-6E869779E5D4}" presName="connectorText" presStyleLbl="sibTrans1D1" presStyleIdx="15" presStyleCnt="26"/>
      <dgm:spPr/>
    </dgm:pt>
    <dgm:pt modelId="{B9055E26-D7FD-4BFD-9C98-E957E22F7A43}" type="pres">
      <dgm:prSet presAssocID="{D5016C7B-FCF7-4C06-9E71-62D46252C001}" presName="node" presStyleLbl="node1" presStyleIdx="16" presStyleCnt="27">
        <dgm:presLayoutVars>
          <dgm:bulletEnabled val="1"/>
        </dgm:presLayoutVars>
      </dgm:prSet>
      <dgm:spPr/>
    </dgm:pt>
    <dgm:pt modelId="{934DEDF5-528F-4BA5-BCF2-A2C31DEAC298}" type="pres">
      <dgm:prSet presAssocID="{E162F923-73D1-44E2-BFB3-A9DC78B2CA6F}" presName="sibTrans" presStyleLbl="sibTrans1D1" presStyleIdx="16" presStyleCnt="26"/>
      <dgm:spPr/>
    </dgm:pt>
    <dgm:pt modelId="{151BC6FD-009B-4DC5-9040-C242BA6AC092}" type="pres">
      <dgm:prSet presAssocID="{E162F923-73D1-44E2-BFB3-A9DC78B2CA6F}" presName="connectorText" presStyleLbl="sibTrans1D1" presStyleIdx="16" presStyleCnt="26"/>
      <dgm:spPr/>
    </dgm:pt>
    <dgm:pt modelId="{756E09A1-1E77-4A0C-848A-BE76FEDAFB3D}" type="pres">
      <dgm:prSet presAssocID="{7845A430-EC78-4728-85BD-0D904D0A8565}" presName="node" presStyleLbl="node1" presStyleIdx="17" presStyleCnt="27">
        <dgm:presLayoutVars>
          <dgm:bulletEnabled val="1"/>
        </dgm:presLayoutVars>
      </dgm:prSet>
      <dgm:spPr/>
    </dgm:pt>
    <dgm:pt modelId="{8FF8D035-3277-4350-9555-260FEAA4E4C3}" type="pres">
      <dgm:prSet presAssocID="{6ED04587-1188-476B-A4D1-59B0FBB3A218}" presName="sibTrans" presStyleLbl="sibTrans1D1" presStyleIdx="17" presStyleCnt="26"/>
      <dgm:spPr/>
    </dgm:pt>
    <dgm:pt modelId="{DD2F27A2-4D91-469B-AC0B-5E83B1283E48}" type="pres">
      <dgm:prSet presAssocID="{6ED04587-1188-476B-A4D1-59B0FBB3A218}" presName="connectorText" presStyleLbl="sibTrans1D1" presStyleIdx="17" presStyleCnt="26"/>
      <dgm:spPr/>
    </dgm:pt>
    <dgm:pt modelId="{E9EEC8A1-BD2B-4327-8EA0-F8348331AD92}" type="pres">
      <dgm:prSet presAssocID="{699867E1-A670-4781-A345-62580C004E88}" presName="node" presStyleLbl="node1" presStyleIdx="18" presStyleCnt="27">
        <dgm:presLayoutVars>
          <dgm:bulletEnabled val="1"/>
        </dgm:presLayoutVars>
      </dgm:prSet>
      <dgm:spPr/>
    </dgm:pt>
    <dgm:pt modelId="{0AEDDF98-1056-4768-A95C-B46CEDC56A86}" type="pres">
      <dgm:prSet presAssocID="{2D8EC158-C961-4B5F-8831-FD162CB1F2CB}" presName="sibTrans" presStyleLbl="sibTrans1D1" presStyleIdx="18" presStyleCnt="26"/>
      <dgm:spPr/>
    </dgm:pt>
    <dgm:pt modelId="{542C3A35-4BD3-4C70-BED0-8ED2973991B2}" type="pres">
      <dgm:prSet presAssocID="{2D8EC158-C961-4B5F-8831-FD162CB1F2CB}" presName="connectorText" presStyleLbl="sibTrans1D1" presStyleIdx="18" presStyleCnt="26"/>
      <dgm:spPr/>
    </dgm:pt>
    <dgm:pt modelId="{2BEAACC6-6106-4D56-A2CC-9E1471E042E4}" type="pres">
      <dgm:prSet presAssocID="{77A5B59A-9F56-4F98-8FB3-1D4FEA159A8F}" presName="node" presStyleLbl="node1" presStyleIdx="19" presStyleCnt="27">
        <dgm:presLayoutVars>
          <dgm:bulletEnabled val="1"/>
        </dgm:presLayoutVars>
      </dgm:prSet>
      <dgm:spPr/>
    </dgm:pt>
    <dgm:pt modelId="{55528385-2CC0-4947-B9BC-E8D59178F6C8}" type="pres">
      <dgm:prSet presAssocID="{92664880-0050-4C6B-B25A-2AE12C02977A}" presName="sibTrans" presStyleLbl="sibTrans1D1" presStyleIdx="19" presStyleCnt="26"/>
      <dgm:spPr/>
    </dgm:pt>
    <dgm:pt modelId="{9C09F1FC-041E-4CC3-ADEC-E6B41C989DA0}" type="pres">
      <dgm:prSet presAssocID="{92664880-0050-4C6B-B25A-2AE12C02977A}" presName="connectorText" presStyleLbl="sibTrans1D1" presStyleIdx="19" presStyleCnt="26"/>
      <dgm:spPr/>
    </dgm:pt>
    <dgm:pt modelId="{E182B698-A210-4321-9F03-6684A22FCFDA}" type="pres">
      <dgm:prSet presAssocID="{0C7C7ADA-51D0-4815-9990-96C1E394C54C}" presName="node" presStyleLbl="node1" presStyleIdx="20" presStyleCnt="27">
        <dgm:presLayoutVars>
          <dgm:bulletEnabled val="1"/>
        </dgm:presLayoutVars>
      </dgm:prSet>
      <dgm:spPr/>
    </dgm:pt>
    <dgm:pt modelId="{8547D2C8-81E5-4C6C-930F-5E75A70A0E54}" type="pres">
      <dgm:prSet presAssocID="{F8B0B543-7028-4717-8019-51CA7FB1ADF5}" presName="sibTrans" presStyleLbl="sibTrans1D1" presStyleIdx="20" presStyleCnt="26"/>
      <dgm:spPr/>
    </dgm:pt>
    <dgm:pt modelId="{2B11521D-20C3-4959-9781-7B098762B0DD}" type="pres">
      <dgm:prSet presAssocID="{F8B0B543-7028-4717-8019-51CA7FB1ADF5}" presName="connectorText" presStyleLbl="sibTrans1D1" presStyleIdx="20" presStyleCnt="26"/>
      <dgm:spPr/>
    </dgm:pt>
    <dgm:pt modelId="{665955C4-8777-4FE0-9A01-81117BADC5BD}" type="pres">
      <dgm:prSet presAssocID="{2F924EF0-FB4C-4FA3-81FB-937713CFBD12}" presName="node" presStyleLbl="node1" presStyleIdx="21" presStyleCnt="27">
        <dgm:presLayoutVars>
          <dgm:bulletEnabled val="1"/>
        </dgm:presLayoutVars>
      </dgm:prSet>
      <dgm:spPr/>
    </dgm:pt>
    <dgm:pt modelId="{F58D2A0D-4129-496E-A6B0-FC99E84A15C7}" type="pres">
      <dgm:prSet presAssocID="{7EC74ABA-6DA9-4B46-97DE-2B7C87CEA4D1}" presName="sibTrans" presStyleLbl="sibTrans1D1" presStyleIdx="21" presStyleCnt="26"/>
      <dgm:spPr/>
    </dgm:pt>
    <dgm:pt modelId="{79826EEB-EA5F-4620-9333-B0DC87119258}" type="pres">
      <dgm:prSet presAssocID="{7EC74ABA-6DA9-4B46-97DE-2B7C87CEA4D1}" presName="connectorText" presStyleLbl="sibTrans1D1" presStyleIdx="21" presStyleCnt="26"/>
      <dgm:spPr/>
    </dgm:pt>
    <dgm:pt modelId="{B98D6733-1711-4602-A2F1-32BBCA7FA7DC}" type="pres">
      <dgm:prSet presAssocID="{80B281A3-5E09-4390-9584-7A7B5BDE5A25}" presName="node" presStyleLbl="node1" presStyleIdx="22" presStyleCnt="27">
        <dgm:presLayoutVars>
          <dgm:bulletEnabled val="1"/>
        </dgm:presLayoutVars>
      </dgm:prSet>
      <dgm:spPr/>
    </dgm:pt>
    <dgm:pt modelId="{6B07688E-56A6-4D38-BFA6-AAF05B2C9232}" type="pres">
      <dgm:prSet presAssocID="{D4515CBF-0BBD-456C-903D-1CBF0761DD6B}" presName="sibTrans" presStyleLbl="sibTrans1D1" presStyleIdx="22" presStyleCnt="26"/>
      <dgm:spPr/>
    </dgm:pt>
    <dgm:pt modelId="{C85EC04B-EEAA-445F-9924-4DB50E7145C3}" type="pres">
      <dgm:prSet presAssocID="{D4515CBF-0BBD-456C-903D-1CBF0761DD6B}" presName="connectorText" presStyleLbl="sibTrans1D1" presStyleIdx="22" presStyleCnt="26"/>
      <dgm:spPr/>
    </dgm:pt>
    <dgm:pt modelId="{1C22B99D-D40F-44FE-8B6B-184FC69B3886}" type="pres">
      <dgm:prSet presAssocID="{B28B1D3C-A73B-4B35-911D-AF5E7EAB9040}" presName="node" presStyleLbl="node1" presStyleIdx="23" presStyleCnt="27">
        <dgm:presLayoutVars>
          <dgm:bulletEnabled val="1"/>
        </dgm:presLayoutVars>
      </dgm:prSet>
      <dgm:spPr/>
    </dgm:pt>
    <dgm:pt modelId="{A385F399-8CCB-49CB-B39A-964111F939AB}" type="pres">
      <dgm:prSet presAssocID="{5FB9C38F-7849-4896-95DC-80EC0729BD3F}" presName="sibTrans" presStyleLbl="sibTrans1D1" presStyleIdx="23" presStyleCnt="26"/>
      <dgm:spPr/>
    </dgm:pt>
    <dgm:pt modelId="{CB147EEA-6DAB-40C2-8C14-EDBEE7DC99FD}" type="pres">
      <dgm:prSet presAssocID="{5FB9C38F-7849-4896-95DC-80EC0729BD3F}" presName="connectorText" presStyleLbl="sibTrans1D1" presStyleIdx="23" presStyleCnt="26"/>
      <dgm:spPr/>
    </dgm:pt>
    <dgm:pt modelId="{39FD704C-2F63-4B1A-AC60-DA7050585A65}" type="pres">
      <dgm:prSet presAssocID="{708AB662-EFEA-4D2D-8BA5-F0C611E43C50}" presName="node" presStyleLbl="node1" presStyleIdx="24" presStyleCnt="27">
        <dgm:presLayoutVars>
          <dgm:bulletEnabled val="1"/>
        </dgm:presLayoutVars>
      </dgm:prSet>
      <dgm:spPr/>
    </dgm:pt>
    <dgm:pt modelId="{717B2C18-D10D-4911-AD8C-7BB746417F56}" type="pres">
      <dgm:prSet presAssocID="{76590D76-DE20-4672-89DD-6E171A41D625}" presName="sibTrans" presStyleLbl="sibTrans1D1" presStyleIdx="24" presStyleCnt="26"/>
      <dgm:spPr/>
    </dgm:pt>
    <dgm:pt modelId="{C36179EC-FC02-4358-8869-2545236BAD94}" type="pres">
      <dgm:prSet presAssocID="{76590D76-DE20-4672-89DD-6E171A41D625}" presName="connectorText" presStyleLbl="sibTrans1D1" presStyleIdx="24" presStyleCnt="26"/>
      <dgm:spPr/>
    </dgm:pt>
    <dgm:pt modelId="{25C7BD67-5505-490B-B388-64733180835D}" type="pres">
      <dgm:prSet presAssocID="{0C4E791A-4165-4FFE-9168-FB27D8B7DD2B}" presName="node" presStyleLbl="node1" presStyleIdx="25" presStyleCnt="27">
        <dgm:presLayoutVars>
          <dgm:bulletEnabled val="1"/>
        </dgm:presLayoutVars>
      </dgm:prSet>
      <dgm:spPr/>
    </dgm:pt>
    <dgm:pt modelId="{A912001E-EA01-4743-AB1C-40732191F9B8}" type="pres">
      <dgm:prSet presAssocID="{278FB4C5-10F6-4539-BDA9-AA5F762B907E}" presName="sibTrans" presStyleLbl="sibTrans1D1" presStyleIdx="25" presStyleCnt="26"/>
      <dgm:spPr/>
    </dgm:pt>
    <dgm:pt modelId="{68D06610-B8E2-4B08-800C-31B95A3320B8}" type="pres">
      <dgm:prSet presAssocID="{278FB4C5-10F6-4539-BDA9-AA5F762B907E}" presName="connectorText" presStyleLbl="sibTrans1D1" presStyleIdx="25" presStyleCnt="26"/>
      <dgm:spPr/>
    </dgm:pt>
    <dgm:pt modelId="{FAF82A00-8327-4347-A857-B4615C7C31DB}" type="pres">
      <dgm:prSet presAssocID="{C4E095F8-1F4B-449D-9179-8DB33B57B1D5}" presName="node" presStyleLbl="node1" presStyleIdx="26" presStyleCnt="27">
        <dgm:presLayoutVars>
          <dgm:bulletEnabled val="1"/>
        </dgm:presLayoutVars>
      </dgm:prSet>
      <dgm:spPr/>
    </dgm:pt>
  </dgm:ptLst>
  <dgm:cxnLst>
    <dgm:cxn modelId="{C039F200-53EE-43B1-A5DB-5794E2E3B361}" srcId="{DED898B0-702F-419A-8ED1-5D8B21835C43}" destId="{80C5E13F-D53C-43ED-8A31-EA6C23CAAA15}" srcOrd="9" destOrd="0" parTransId="{B87C304D-4834-4F80-A9C6-24665AB99011}" sibTransId="{8538C45D-3203-4E7D-A306-BD1C7A8B3886}"/>
    <dgm:cxn modelId="{00A5CD02-38CF-47E0-8687-A214D21BCA49}" type="presOf" srcId="{8538C45D-3203-4E7D-A306-BD1C7A8B3886}" destId="{B4995B93-1387-4D94-A9E5-BA250DF41D9A}" srcOrd="0" destOrd="0" presId="urn:microsoft.com/office/officeart/2016/7/layout/RepeatingBendingProcessNew"/>
    <dgm:cxn modelId="{C02A3903-DB1B-459A-AEE8-28756A77E496}" srcId="{DED898B0-702F-419A-8ED1-5D8B21835C43}" destId="{0C4E791A-4165-4FFE-9168-FB27D8B7DD2B}" srcOrd="25" destOrd="0" parTransId="{AC13CAB8-505B-4CEA-8129-8B6EBFBA1B5C}" sibTransId="{278FB4C5-10F6-4539-BDA9-AA5F762B907E}"/>
    <dgm:cxn modelId="{82B24C03-EA2C-48AD-868A-3479E5D4319D}" type="presOf" srcId="{1AD44322-2E17-43E3-9F62-044DB35AD058}" destId="{65F3EBD2-DC79-416C-9C8C-F4DDF197E6AC}" srcOrd="0" destOrd="0" presId="urn:microsoft.com/office/officeart/2016/7/layout/RepeatingBendingProcessNew"/>
    <dgm:cxn modelId="{4A83E607-E8BB-4BB1-AF5C-1853514FD659}" type="presOf" srcId="{0C7C7ADA-51D0-4815-9990-96C1E394C54C}" destId="{E182B698-A210-4321-9F03-6684A22FCFDA}" srcOrd="0" destOrd="0" presId="urn:microsoft.com/office/officeart/2016/7/layout/RepeatingBendingProcessNew"/>
    <dgm:cxn modelId="{265C8808-2117-4B71-BB2D-BB6BEE8027BC}" type="presOf" srcId="{7845A430-EC78-4728-85BD-0D904D0A8565}" destId="{756E09A1-1E77-4A0C-848A-BE76FEDAFB3D}" srcOrd="0" destOrd="0" presId="urn:microsoft.com/office/officeart/2016/7/layout/RepeatingBendingProcessNew"/>
    <dgm:cxn modelId="{D17E830B-7067-4AE8-888A-A5E20EF6A4D9}" type="presOf" srcId="{B28B1D3C-A73B-4B35-911D-AF5E7EAB9040}" destId="{1C22B99D-D40F-44FE-8B6B-184FC69B3886}" srcOrd="0" destOrd="0" presId="urn:microsoft.com/office/officeart/2016/7/layout/RepeatingBendingProcessNew"/>
    <dgm:cxn modelId="{35ACB70B-E79C-47C5-B429-115843A3891C}" type="presOf" srcId="{D5016C7B-FCF7-4C06-9E71-62D46252C001}" destId="{B9055E26-D7FD-4BFD-9C98-E957E22F7A43}" srcOrd="0" destOrd="0" presId="urn:microsoft.com/office/officeart/2016/7/layout/RepeatingBendingProcessNew"/>
    <dgm:cxn modelId="{B08BE30B-657C-4D88-81B3-ED2258A0A1E3}" srcId="{DED898B0-702F-419A-8ED1-5D8B21835C43}" destId="{D762E2D6-8F95-4661-B397-6A8684ACD051}" srcOrd="5" destOrd="0" parTransId="{4023293F-91F3-4781-AA46-83DE0D0168C4}" sibTransId="{0775CDF0-7472-4F92-9506-5CC2B2FE7AC5}"/>
    <dgm:cxn modelId="{13AE7C10-79FA-40AE-9FD9-316817F16247}" type="presOf" srcId="{2BA4AA3D-E513-4EC0-9552-D01999B338B6}" destId="{111C495B-D3AF-4E4F-B576-75A43892530D}" srcOrd="0" destOrd="0" presId="urn:microsoft.com/office/officeart/2016/7/layout/RepeatingBendingProcessNew"/>
    <dgm:cxn modelId="{8E02CE13-EE24-4197-8147-4F91C39800C5}" type="presOf" srcId="{5C5B9FFE-811B-4743-904C-3814AED70E3E}" destId="{E29A8CC1-15D6-44C4-B26A-B751E4E5FF5A}" srcOrd="0" destOrd="0" presId="urn:microsoft.com/office/officeart/2016/7/layout/RepeatingBendingProcessNew"/>
    <dgm:cxn modelId="{56950F18-4C4E-4EC2-BA57-9C2A781189E6}" type="presOf" srcId="{F2D45DD2-997B-4DAC-9432-86F0DBBAA584}" destId="{88C80240-2013-4ABD-B691-A94BC84140D1}" srcOrd="0" destOrd="0" presId="urn:microsoft.com/office/officeart/2016/7/layout/RepeatingBendingProcessNew"/>
    <dgm:cxn modelId="{240FBC1D-7031-4552-8EAC-4328EA8D66AD}" type="presOf" srcId="{0775CDF0-7472-4F92-9506-5CC2B2FE7AC5}" destId="{DCFDE334-8607-436E-AA95-55FFC1CF037B}" srcOrd="1" destOrd="0" presId="urn:microsoft.com/office/officeart/2016/7/layout/RepeatingBendingProcessNew"/>
    <dgm:cxn modelId="{DA77C01E-16B5-4EC4-BBFB-1C434063E14C}" type="presOf" srcId="{7BD3A8AA-F735-47FA-9CC8-E0BB1EE78C85}" destId="{16384466-462C-491A-9D01-79BEEE8641CF}" srcOrd="0" destOrd="0" presId="urn:microsoft.com/office/officeart/2016/7/layout/RepeatingBendingProcessNew"/>
    <dgm:cxn modelId="{CD5F4C28-D55E-4484-A200-F990E96947B4}" type="presOf" srcId="{3F6B1BBD-6B73-482A-924F-2931B3F97C11}" destId="{8A9D1502-0C83-4A21-9CAC-2972A3F19D5E}" srcOrd="0" destOrd="0" presId="urn:microsoft.com/office/officeart/2016/7/layout/RepeatingBendingProcessNew"/>
    <dgm:cxn modelId="{B634BC2D-9C6F-4B76-B701-B43A6F7B4A9E}" srcId="{DED898B0-702F-419A-8ED1-5D8B21835C43}" destId="{7BD3A8AA-F735-47FA-9CC8-E0BB1EE78C85}" srcOrd="2" destOrd="0" parTransId="{7CB0E74C-4DB4-470F-B77D-256EF62D3CA1}" sibTransId="{7D05984B-B3D8-4D47-93ED-FB08F1679603}"/>
    <dgm:cxn modelId="{E83CB32F-96E1-49CD-A632-511F0B33845C}" type="presOf" srcId="{7920103E-8AD2-4041-819B-1D74FFE02556}" destId="{8CB15663-18EF-40CB-9043-350ACCDEC630}" srcOrd="0" destOrd="0" presId="urn:microsoft.com/office/officeart/2016/7/layout/RepeatingBendingProcessNew"/>
    <dgm:cxn modelId="{AF707734-F311-4025-B998-9562075F7978}" type="presOf" srcId="{5F6108A7-ADC5-4369-8467-FAC6E5F439BD}" destId="{9419585D-E501-4FE5-A387-500937D74263}" srcOrd="0" destOrd="0" presId="urn:microsoft.com/office/officeart/2016/7/layout/RepeatingBendingProcessNew"/>
    <dgm:cxn modelId="{02297A34-688F-42E3-871E-8F2DC2B9F4D8}" type="presOf" srcId="{D4515CBF-0BBD-456C-903D-1CBF0761DD6B}" destId="{C85EC04B-EEAA-445F-9924-4DB50E7145C3}" srcOrd="1" destOrd="0" presId="urn:microsoft.com/office/officeart/2016/7/layout/RepeatingBendingProcessNew"/>
    <dgm:cxn modelId="{E7EB6D36-650F-4C8D-B350-BAD5560C0953}" srcId="{DED898B0-702F-419A-8ED1-5D8B21835C43}" destId="{D5016C7B-FCF7-4C06-9E71-62D46252C001}" srcOrd="16" destOrd="0" parTransId="{25F56D67-D339-4BA7-91F0-4D23AC4C65F8}" sibTransId="{E162F923-73D1-44E2-BFB3-A9DC78B2CA6F}"/>
    <dgm:cxn modelId="{0F0CDB3A-C82C-4BE7-B8AF-C719D674F0D0}" type="presOf" srcId="{ED441AD7-EBA0-41CD-B88D-45184F890BFE}" destId="{CBBB6662-39E2-4412-A04B-7F8FC1946DCC}" srcOrd="1" destOrd="0" presId="urn:microsoft.com/office/officeart/2016/7/layout/RepeatingBendingProcessNew"/>
    <dgm:cxn modelId="{5D04895B-99BB-42CF-8509-0BDD52D49DA2}" srcId="{DED898B0-702F-419A-8ED1-5D8B21835C43}" destId="{2BA4AA3D-E513-4EC0-9552-D01999B338B6}" srcOrd="4" destOrd="0" parTransId="{CFE37416-7945-40BC-951D-84B19126CACA}" sibTransId="{BF445235-1DFE-45D9-B654-7D10EAE5C02A}"/>
    <dgm:cxn modelId="{FC66015C-193D-46B3-9A19-2D6A9A3424C0}" type="presOf" srcId="{278FB4C5-10F6-4539-BDA9-AA5F762B907E}" destId="{68D06610-B8E2-4B08-800C-31B95A3320B8}" srcOrd="1" destOrd="0" presId="urn:microsoft.com/office/officeart/2016/7/layout/RepeatingBendingProcessNew"/>
    <dgm:cxn modelId="{76B1645D-3C4E-41E2-8EE9-9B82A3EC7430}" type="presOf" srcId="{5FB9C38F-7849-4896-95DC-80EC0729BD3F}" destId="{CB147EEA-6DAB-40C2-8C14-EDBEE7DC99FD}" srcOrd="1" destOrd="0" presId="urn:microsoft.com/office/officeart/2016/7/layout/RepeatingBendingProcessNew"/>
    <dgm:cxn modelId="{AD487660-3257-46D9-8C9E-AB9A265203A0}" type="presOf" srcId="{53B18190-46B8-4DA2-9BC7-419236017B50}" destId="{2991EC66-F860-476D-8AC7-43ADC61F7A1B}" srcOrd="0" destOrd="0" presId="urn:microsoft.com/office/officeart/2016/7/layout/RepeatingBendingProcessNew"/>
    <dgm:cxn modelId="{B23BFA61-E26F-48C3-BCAA-179127C3E0B9}" type="presOf" srcId="{C9B3C630-E8CF-4A37-B885-1A20CD00E636}" destId="{BC89581C-5058-4245-A499-5A76AEA10570}" srcOrd="0" destOrd="0" presId="urn:microsoft.com/office/officeart/2016/7/layout/RepeatingBendingProcessNew"/>
    <dgm:cxn modelId="{0452D442-D28C-4E23-9795-A2453523C6AA}" type="presOf" srcId="{699867E1-A670-4781-A345-62580C004E88}" destId="{E9EEC8A1-BD2B-4327-8EA0-F8348331AD92}" srcOrd="0" destOrd="0" presId="urn:microsoft.com/office/officeart/2016/7/layout/RepeatingBendingProcessNew"/>
    <dgm:cxn modelId="{D85A4B63-EA46-4F35-B0B8-208900E34160}" srcId="{DED898B0-702F-419A-8ED1-5D8B21835C43}" destId="{2F924EF0-FB4C-4FA3-81FB-937713CFBD12}" srcOrd="21" destOrd="0" parTransId="{0805F6B3-1BAD-4229-951D-682443028674}" sibTransId="{7EC74ABA-6DA9-4B46-97DE-2B7C87CEA4D1}"/>
    <dgm:cxn modelId="{F0D67244-F92F-4044-9CA4-3EFDE0545F4C}" type="presOf" srcId="{6ED04587-1188-476B-A4D1-59B0FBB3A218}" destId="{DD2F27A2-4D91-469B-AC0B-5E83B1283E48}" srcOrd="1" destOrd="0" presId="urn:microsoft.com/office/officeart/2016/7/layout/RepeatingBendingProcessNew"/>
    <dgm:cxn modelId="{B5BE8364-454B-4F0B-BE2E-166A1B28C770}" type="presOf" srcId="{C4E095F8-1F4B-449D-9179-8DB33B57B1D5}" destId="{FAF82A00-8327-4347-A857-B4615C7C31DB}" srcOrd="0" destOrd="0" presId="urn:microsoft.com/office/officeart/2016/7/layout/RepeatingBendingProcessNew"/>
    <dgm:cxn modelId="{D999AC69-6A61-4748-9575-FB271B5788ED}" type="presOf" srcId="{DED898B0-702F-419A-8ED1-5D8B21835C43}" destId="{36C1A25C-EDF6-4543-A662-A7D6A79E5AC2}" srcOrd="0" destOrd="0" presId="urn:microsoft.com/office/officeart/2016/7/layout/RepeatingBendingProcessNew"/>
    <dgm:cxn modelId="{6039FA49-E3BC-431D-8BBF-7E55BAF0D7B6}" type="presOf" srcId="{D762E2D6-8F95-4661-B397-6A8684ACD051}" destId="{AAE6A9CB-10CA-426D-BCF1-D8CD7F4BDB0E}" srcOrd="0" destOrd="0" presId="urn:microsoft.com/office/officeart/2016/7/layout/RepeatingBendingProcessNew"/>
    <dgm:cxn modelId="{1FD1496A-3353-4061-A21D-093952DCAFDB}" type="presOf" srcId="{5FB9C38F-7849-4896-95DC-80EC0729BD3F}" destId="{A385F399-8CCB-49CB-B39A-964111F939AB}" srcOrd="0" destOrd="0" presId="urn:microsoft.com/office/officeart/2016/7/layout/RepeatingBendingProcessNew"/>
    <dgm:cxn modelId="{B95B4B6A-AA9D-47AD-BAAF-E22B6DAB4AE0}" type="presOf" srcId="{05203962-2BDE-4062-A2BB-9AB161C70780}" destId="{61F21CA6-6843-4A59-A5FB-D1D6E9CDE3A2}" srcOrd="0" destOrd="0" presId="urn:microsoft.com/office/officeart/2016/7/layout/RepeatingBendingProcessNew"/>
    <dgm:cxn modelId="{ED52966C-54F0-40E0-9BDA-54FCF6979AD7}" type="presOf" srcId="{321F3B3B-3B66-45D0-82A7-0DA42BB83BE7}" destId="{40F1F0E1-F0A5-4615-BD12-6675A4EFD638}" srcOrd="0" destOrd="0" presId="urn:microsoft.com/office/officeart/2016/7/layout/RepeatingBendingProcessNew"/>
    <dgm:cxn modelId="{F356406D-32F0-4E1C-877B-58324C34A27F}" type="presOf" srcId="{92664880-0050-4C6B-B25A-2AE12C02977A}" destId="{55528385-2CC0-4947-B9BC-E8D59178F6C8}" srcOrd="0" destOrd="0" presId="urn:microsoft.com/office/officeart/2016/7/layout/RepeatingBendingProcessNew"/>
    <dgm:cxn modelId="{AB0B596D-1EEA-452C-9D93-93BC2F161D55}" type="presOf" srcId="{D4515CBF-0BBD-456C-903D-1CBF0761DD6B}" destId="{6B07688E-56A6-4D38-BFA6-AAF05B2C9232}" srcOrd="0" destOrd="0" presId="urn:microsoft.com/office/officeart/2016/7/layout/RepeatingBendingProcessNew"/>
    <dgm:cxn modelId="{458F996E-10F0-470E-A683-73E9D4281287}" type="presOf" srcId="{2F924EF0-FB4C-4FA3-81FB-937713CFBD12}" destId="{665955C4-8777-4FE0-9A01-81117BADC5BD}" srcOrd="0" destOrd="0" presId="urn:microsoft.com/office/officeart/2016/7/layout/RepeatingBendingProcessNew"/>
    <dgm:cxn modelId="{07EA716F-BF86-4F2A-BAA9-8E782C7B8E4C}" type="presOf" srcId="{12AC9D8A-A336-4976-80D0-62A2AEF91EF5}" destId="{94C13B0D-95AB-4504-BCC6-8FE20230DBE3}" srcOrd="0" destOrd="0" presId="urn:microsoft.com/office/officeart/2016/7/layout/RepeatingBendingProcessNew"/>
    <dgm:cxn modelId="{8909FE70-1BFD-4A2F-9AD3-A62EB79ACA8A}" type="presOf" srcId="{0C4E791A-4165-4FFE-9168-FB27D8B7DD2B}" destId="{25C7BD67-5505-490B-B388-64733180835D}" srcOrd="0" destOrd="0" presId="urn:microsoft.com/office/officeart/2016/7/layout/RepeatingBendingProcessNew"/>
    <dgm:cxn modelId="{32071771-460D-42D5-BC5F-4118729AA749}" srcId="{DED898B0-702F-419A-8ED1-5D8B21835C43}" destId="{3F6B1BBD-6B73-482A-924F-2931B3F97C11}" srcOrd="0" destOrd="0" parTransId="{7D4C28CD-21BD-415B-BB04-DFA5AFAAC2A2}" sibTransId="{5F6108A7-ADC5-4369-8467-FAC6E5F439BD}"/>
    <dgm:cxn modelId="{B1088371-A92E-40CA-8BEE-7A0C2497EBEF}" srcId="{DED898B0-702F-419A-8ED1-5D8B21835C43}" destId="{3B31F7FD-E968-4B3F-9074-70C5356E7F84}" srcOrd="11" destOrd="0" parTransId="{C3AFB605-B708-45B9-B62C-6A1D3F949B42}" sibTransId="{0082C8E5-811A-4D78-8BC4-CC67B49DF437}"/>
    <dgm:cxn modelId="{794F7655-CBDE-4251-ABDA-047153D89272}" type="presOf" srcId="{7D05984B-B3D8-4D47-93ED-FB08F1679603}" destId="{B31A8FC0-2E66-4D67-BBBF-FBCEFBD4C047}" srcOrd="0" destOrd="0" presId="urn:microsoft.com/office/officeart/2016/7/layout/RepeatingBendingProcessNew"/>
    <dgm:cxn modelId="{ABB5B67A-05D9-4D23-B222-686D4EEAA81A}" srcId="{DED898B0-702F-419A-8ED1-5D8B21835C43}" destId="{77A5B59A-9F56-4F98-8FB3-1D4FEA159A8F}" srcOrd="19" destOrd="0" parTransId="{4978C3EA-82D4-4331-9B62-F3F614CCFB3D}" sibTransId="{92664880-0050-4C6B-B25A-2AE12C02977A}"/>
    <dgm:cxn modelId="{C2ED657B-E886-4793-B6A5-729B3AD2D778}" srcId="{DED898B0-702F-419A-8ED1-5D8B21835C43}" destId="{0C7C7ADA-51D0-4815-9990-96C1E394C54C}" srcOrd="20" destOrd="0" parTransId="{2AA48442-DF51-4043-B9A1-092C53EF6B58}" sibTransId="{F8B0B543-7028-4717-8019-51CA7FB1ADF5}"/>
    <dgm:cxn modelId="{E0EB867C-4B7C-4123-8752-71E8FBA09FB9}" type="presOf" srcId="{E9C250D1-A1F6-4A96-A980-1527D3975736}" destId="{B86D3995-59A0-40C4-BDC6-5216E9281E48}" srcOrd="0" destOrd="0" presId="urn:microsoft.com/office/officeart/2016/7/layout/RepeatingBendingProcessNew"/>
    <dgm:cxn modelId="{F575937E-9F99-47F5-9CA0-1E4EA078473F}" srcId="{DED898B0-702F-419A-8ED1-5D8B21835C43}" destId="{699867E1-A670-4781-A345-62580C004E88}" srcOrd="18" destOrd="0" parTransId="{B801D0E8-B774-49AC-B85E-BF034DB95087}" sibTransId="{2D8EC158-C961-4B5F-8831-FD162CB1F2CB}"/>
    <dgm:cxn modelId="{84875483-5C8B-491B-A875-0AD07E95892D}" type="presOf" srcId="{3B31F7FD-E968-4B3F-9074-70C5356E7F84}" destId="{7ECD32E0-423A-4DEE-A02F-555A9C1D938D}" srcOrd="0" destOrd="0" presId="urn:microsoft.com/office/officeart/2016/7/layout/RepeatingBendingProcessNew"/>
    <dgm:cxn modelId="{5C781787-0AC8-4706-8A8C-7D9F94EE18CE}" type="presOf" srcId="{7EC74ABA-6DA9-4B46-97DE-2B7C87CEA4D1}" destId="{F58D2A0D-4129-496E-A6B0-FC99E84A15C7}" srcOrd="0" destOrd="0" presId="urn:microsoft.com/office/officeart/2016/7/layout/RepeatingBendingProcessNew"/>
    <dgm:cxn modelId="{E7B2C387-1842-4F50-85E1-D31C59B6E7B0}" type="presOf" srcId="{5BB45FD2-09F8-48CD-AF1A-441DE2C3B824}" destId="{0FCC38C3-2C1C-4641-A862-EE031F9242BA}" srcOrd="0" destOrd="0" presId="urn:microsoft.com/office/officeart/2016/7/layout/RepeatingBendingProcessNew"/>
    <dgm:cxn modelId="{3C1AC089-0099-4C34-A981-8FCF38497449}" type="presOf" srcId="{6ED04587-1188-476B-A4D1-59B0FBB3A218}" destId="{8FF8D035-3277-4350-9555-260FEAA4E4C3}" srcOrd="0" destOrd="0" presId="urn:microsoft.com/office/officeart/2016/7/layout/RepeatingBendingProcessNew"/>
    <dgm:cxn modelId="{AD56A490-6896-4514-938A-94F749E87752}" type="presOf" srcId="{BF445235-1DFE-45D9-B654-7D10EAE5C02A}" destId="{99EB854A-6E55-467A-A835-CE6665B7DCB3}" srcOrd="0" destOrd="0" presId="urn:microsoft.com/office/officeart/2016/7/layout/RepeatingBendingProcessNew"/>
    <dgm:cxn modelId="{F0D10F96-AB90-4C44-B59F-62E07D2F4BA9}" type="presOf" srcId="{708AB662-EFEA-4D2D-8BA5-F0C611E43C50}" destId="{39FD704C-2F63-4B1A-AC60-DA7050585A65}" srcOrd="0" destOrd="0" presId="urn:microsoft.com/office/officeart/2016/7/layout/RepeatingBendingProcessNew"/>
    <dgm:cxn modelId="{05D72B97-2D6D-45A2-9F3E-DCEDB09729D8}" srcId="{DED898B0-702F-419A-8ED1-5D8B21835C43}" destId="{1AD44322-2E17-43E3-9F62-044DB35AD058}" srcOrd="1" destOrd="0" parTransId="{27056B6C-AB73-49C6-B051-27E5D328C667}" sibTransId="{E9C250D1-A1F6-4A96-A980-1527D3975736}"/>
    <dgm:cxn modelId="{8A8DA199-DFFA-4D3E-8AE9-EC029D41A2F4}" srcId="{DED898B0-702F-419A-8ED1-5D8B21835C43}" destId="{C4E095F8-1F4B-449D-9179-8DB33B57B1D5}" srcOrd="26" destOrd="0" parTransId="{F40364B6-509F-40AC-A193-0CD11DC39DCB}" sibTransId="{D119C02E-90C9-4ED0-8F5C-60D44AA9ABF2}"/>
    <dgm:cxn modelId="{5F79059A-3D3E-4AFA-85B1-CD415637C07D}" srcId="{DED898B0-702F-419A-8ED1-5D8B21835C43}" destId="{5581AFE3-A881-4847-A20F-21387552A473}" srcOrd="10" destOrd="0" parTransId="{F627F46C-A1BF-43D2-9CC6-6D404BB16E0A}" sibTransId="{E5CE8EBC-16ED-464C-9033-CE39BFACD113}"/>
    <dgm:cxn modelId="{1094009E-98AD-4118-B296-071738E86D69}" type="presOf" srcId="{E9C250D1-A1F6-4A96-A980-1527D3975736}" destId="{0078C636-73BD-47E4-B65D-636B28BE91A3}" srcOrd="1" destOrd="0" presId="urn:microsoft.com/office/officeart/2016/7/layout/RepeatingBendingProcessNew"/>
    <dgm:cxn modelId="{5F7ED3A2-F17A-4413-9728-241085A8CBCF}" type="presOf" srcId="{77A5B59A-9F56-4F98-8FB3-1D4FEA159A8F}" destId="{2BEAACC6-6106-4D56-A2CC-9E1471E042E4}" srcOrd="0" destOrd="0" presId="urn:microsoft.com/office/officeart/2016/7/layout/RepeatingBendingProcessNew"/>
    <dgm:cxn modelId="{2A66FFA7-69B6-477C-9488-710C17D02BB1}" type="presOf" srcId="{7D05984B-B3D8-4D47-93ED-FB08F1679603}" destId="{6A6F6561-282D-4259-B6FE-D504C2B6A62E}" srcOrd="1" destOrd="0" presId="urn:microsoft.com/office/officeart/2016/7/layout/RepeatingBendingProcessNew"/>
    <dgm:cxn modelId="{09C3D8A9-9949-43A2-BFCA-F792A9F32B9C}" type="presOf" srcId="{BF445235-1DFE-45D9-B654-7D10EAE5C02A}" destId="{EEFC58E8-C342-4E88-8D79-2585032DC42A}" srcOrd="1" destOrd="0" presId="urn:microsoft.com/office/officeart/2016/7/layout/RepeatingBendingProcessNew"/>
    <dgm:cxn modelId="{9609E3AC-6D7A-4EFD-B8E5-E910B795F5EB}" srcId="{DED898B0-702F-419A-8ED1-5D8B21835C43}" destId="{B28B1D3C-A73B-4B35-911D-AF5E7EAB9040}" srcOrd="23" destOrd="0" parTransId="{7F14C6B6-9407-474B-8517-CC286986484D}" sibTransId="{5FB9C38F-7849-4896-95DC-80EC0729BD3F}"/>
    <dgm:cxn modelId="{BA760DAD-5FAD-4F58-8601-A52D881C472F}" type="presOf" srcId="{E162F923-73D1-44E2-BFB3-A9DC78B2CA6F}" destId="{934DEDF5-528F-4BA5-BCF2-A2C31DEAC298}" srcOrd="0" destOrd="0" presId="urn:microsoft.com/office/officeart/2016/7/layout/RepeatingBendingProcessNew"/>
    <dgm:cxn modelId="{1A1CC7AD-AACF-4C8C-BC65-C2BE0CB145E8}" type="presOf" srcId="{7EC74ABA-6DA9-4B46-97DE-2B7C87CEA4D1}" destId="{79826EEB-EA5F-4620-9333-B0DC87119258}" srcOrd="1" destOrd="0" presId="urn:microsoft.com/office/officeart/2016/7/layout/RepeatingBendingProcessNew"/>
    <dgm:cxn modelId="{4F6717AE-21C5-4D76-9720-CD288FBE9425}" type="presOf" srcId="{80C5E13F-D53C-43ED-8A31-EA6C23CAAA15}" destId="{8E36681F-08D9-4A3E-9C83-5756697E62DA}" srcOrd="0" destOrd="0" presId="urn:microsoft.com/office/officeart/2016/7/layout/RepeatingBendingProcessNew"/>
    <dgm:cxn modelId="{DE3F53AE-20BE-4DE9-84D0-9ED8BB2F3F9D}" type="presOf" srcId="{6928C287-6E07-4FCB-BD1A-2933CAD27866}" destId="{4D722EBB-BE6F-4D52-ABCD-2A7584B69853}" srcOrd="0" destOrd="0" presId="urn:microsoft.com/office/officeart/2016/7/layout/RepeatingBendingProcessNew"/>
    <dgm:cxn modelId="{5101EAAE-B234-49A3-85A8-6AAEBE4F370D}" type="presOf" srcId="{B3131EF2-40FC-4EB4-9FFD-7671339EA971}" destId="{27A5C372-DC59-472B-9E49-4432D68D0154}" srcOrd="0" destOrd="0" presId="urn:microsoft.com/office/officeart/2016/7/layout/RepeatingBendingProcessNew"/>
    <dgm:cxn modelId="{7D6C08AF-EEDC-4E2C-A66D-8DA0499F537B}" type="presOf" srcId="{79E662A4-5A0B-49C7-8A88-3F5AF4F81E66}" destId="{640C8626-8738-4F4D-BCD7-2642CEDB390C}" srcOrd="0" destOrd="0" presId="urn:microsoft.com/office/officeart/2016/7/layout/RepeatingBendingProcessNew"/>
    <dgm:cxn modelId="{1AAA36B1-2734-4A31-B6E3-25F041E8E766}" type="presOf" srcId="{F2A166A9-BDDD-4869-8655-6E869779E5D4}" destId="{F393C193-A8AE-46A9-827C-C7351D0BAE5D}" srcOrd="0" destOrd="0" presId="urn:microsoft.com/office/officeart/2016/7/layout/RepeatingBendingProcessNew"/>
    <dgm:cxn modelId="{F58089B3-8462-4553-BD77-5D922EA38181}" type="presOf" srcId="{0082C8E5-811A-4D78-8BC4-CC67B49DF437}" destId="{6C19E4A0-A54E-41EA-B36C-973C2FFA2DE6}" srcOrd="1" destOrd="0" presId="urn:microsoft.com/office/officeart/2016/7/layout/RepeatingBendingProcessNew"/>
    <dgm:cxn modelId="{D37FE9B3-82FD-4555-95D5-A764F7E30826}" type="presOf" srcId="{7920103E-8AD2-4041-819B-1D74FFE02556}" destId="{44CF3C92-182F-480D-AEBD-423C235D992A}" srcOrd="1" destOrd="0" presId="urn:microsoft.com/office/officeart/2016/7/layout/RepeatingBendingProcessNew"/>
    <dgm:cxn modelId="{950A10B7-2B46-4112-A5FB-A881614784E1}" type="presOf" srcId="{79E662A4-5A0B-49C7-8A88-3F5AF4F81E66}" destId="{11707196-885F-4BF0-BAFC-E6051E5B5308}" srcOrd="1" destOrd="0" presId="urn:microsoft.com/office/officeart/2016/7/layout/RepeatingBendingProcessNew"/>
    <dgm:cxn modelId="{801658BA-10EA-4B83-915D-86B112DCD5E2}" type="presOf" srcId="{0082C8E5-811A-4D78-8BC4-CC67B49DF437}" destId="{D18367B6-147B-4E14-BFCA-078C681422DB}" srcOrd="0" destOrd="0" presId="urn:microsoft.com/office/officeart/2016/7/layout/RepeatingBendingProcessNew"/>
    <dgm:cxn modelId="{79665ABA-534E-4DE5-ADD5-6C82187543E1}" srcId="{DED898B0-702F-419A-8ED1-5D8B21835C43}" destId="{6928C287-6E07-4FCB-BD1A-2933CAD27866}" srcOrd="8" destOrd="0" parTransId="{0BBE33DE-6FAC-47F0-945D-091CCF6882D2}" sibTransId="{7920103E-8AD2-4041-819B-1D74FFE02556}"/>
    <dgm:cxn modelId="{4311C8BA-9621-4F40-ADFB-1A649EF5809B}" type="presOf" srcId="{5C5B9FFE-811B-4743-904C-3814AED70E3E}" destId="{A24D7CAF-0A96-4A88-A298-9623DD2182B2}" srcOrd="1" destOrd="0" presId="urn:microsoft.com/office/officeart/2016/7/layout/RepeatingBendingProcessNew"/>
    <dgm:cxn modelId="{6901F6BF-2325-4FDE-8EEB-B8652CCCF0D9}" type="presOf" srcId="{C9B3C630-E8CF-4A37-B885-1A20CD00E636}" destId="{44927349-8675-4EA3-86E9-5728C5247C62}" srcOrd="1" destOrd="0" presId="urn:microsoft.com/office/officeart/2016/7/layout/RepeatingBendingProcessNew"/>
    <dgm:cxn modelId="{9896F9BF-4176-4ED0-B472-434E60E38FAC}" type="presOf" srcId="{321F3B3B-3B66-45D0-82A7-0DA42BB83BE7}" destId="{15C81978-3C80-49EA-90FD-57B2896D96BE}" srcOrd="1" destOrd="0" presId="urn:microsoft.com/office/officeart/2016/7/layout/RepeatingBendingProcessNew"/>
    <dgm:cxn modelId="{D6524CC0-DCD2-4C84-A0AE-7137C16C8589}" type="presOf" srcId="{E5CE8EBC-16ED-464C-9033-CE39BFACD113}" destId="{D74872DD-A93E-416D-B191-F62407E80578}" srcOrd="1" destOrd="0" presId="urn:microsoft.com/office/officeart/2016/7/layout/RepeatingBendingProcessNew"/>
    <dgm:cxn modelId="{50F983C0-8266-4F04-8F2E-67A093558E93}" type="presOf" srcId="{F2A166A9-BDDD-4869-8655-6E869779E5D4}" destId="{82EE110D-6997-44B7-864B-AC57566B35E5}" srcOrd="1" destOrd="0" presId="urn:microsoft.com/office/officeart/2016/7/layout/RepeatingBendingProcessNew"/>
    <dgm:cxn modelId="{B6A7C5C2-5C85-49DD-90BF-EE204983B981}" type="presOf" srcId="{5581AFE3-A881-4847-A20F-21387552A473}" destId="{F2C572B6-B3E0-4E06-ABCC-CBFAF0AFB585}" srcOrd="0" destOrd="0" presId="urn:microsoft.com/office/officeart/2016/7/layout/RepeatingBendingProcessNew"/>
    <dgm:cxn modelId="{0ED9E7C2-4572-4EF1-89ED-C2D5C3B318E5}" type="presOf" srcId="{ED441AD7-EBA0-41CD-B88D-45184F890BFE}" destId="{C948A576-248E-4469-981E-EA3C57792F76}" srcOrd="0" destOrd="0" presId="urn:microsoft.com/office/officeart/2016/7/layout/RepeatingBendingProcessNew"/>
    <dgm:cxn modelId="{F923B8C3-4C0D-4EF7-8AC0-6B355B9CA628}" srcId="{DED898B0-702F-419A-8ED1-5D8B21835C43}" destId="{80B281A3-5E09-4390-9584-7A7B5BDE5A25}" srcOrd="22" destOrd="0" parTransId="{3CF57A86-7C5E-4ECE-9F22-3BCF474F760F}" sibTransId="{D4515CBF-0BBD-456C-903D-1CBF0761DD6B}"/>
    <dgm:cxn modelId="{885B59C5-4DBF-450D-B740-A9A55E5B8176}" type="presOf" srcId="{F8B0B543-7028-4717-8019-51CA7FB1ADF5}" destId="{8547D2C8-81E5-4C6C-930F-5E75A70A0E54}" srcOrd="0" destOrd="0" presId="urn:microsoft.com/office/officeart/2016/7/layout/RepeatingBendingProcessNew"/>
    <dgm:cxn modelId="{02AF8DC5-1B25-4C23-8209-0A7A6CE5D09E}" srcId="{DED898B0-702F-419A-8ED1-5D8B21835C43}" destId="{53B18190-46B8-4DA2-9BC7-419236017B50}" srcOrd="15" destOrd="0" parTransId="{4EDD670E-B20D-4B19-B5D3-B8819A513464}" sibTransId="{F2A166A9-BDDD-4869-8655-6E869779E5D4}"/>
    <dgm:cxn modelId="{E4E210C7-F472-427D-8B59-68B011952441}" srcId="{DED898B0-702F-419A-8ED1-5D8B21835C43}" destId="{F2D45DD2-997B-4DAC-9432-86F0DBBAA584}" srcOrd="6" destOrd="0" parTransId="{1A0E19FE-7806-4108-9D96-54C5EF4B3D39}" sibTransId="{79E662A4-5A0B-49C7-8A88-3F5AF4F81E66}"/>
    <dgm:cxn modelId="{5C1489C8-8293-498F-98BB-00BE1F4E000D}" srcId="{DED898B0-702F-419A-8ED1-5D8B21835C43}" destId="{7845A430-EC78-4728-85BD-0D904D0A8565}" srcOrd="17" destOrd="0" parTransId="{32536A51-1F39-4119-8D21-17E2A1521622}" sibTransId="{6ED04587-1188-476B-A4D1-59B0FBB3A218}"/>
    <dgm:cxn modelId="{B7A56DCA-11C9-4368-A8A0-0D7C81D33626}" type="presOf" srcId="{92664880-0050-4C6B-B25A-2AE12C02977A}" destId="{9C09F1FC-041E-4CC3-ADEC-E6B41C989DA0}" srcOrd="1" destOrd="0" presId="urn:microsoft.com/office/officeart/2016/7/layout/RepeatingBendingProcessNew"/>
    <dgm:cxn modelId="{2B09D6CD-1AD3-4B39-BCED-EBA6A330A5B7}" srcId="{DED898B0-702F-419A-8ED1-5D8B21835C43}" destId="{B3131EF2-40FC-4EB4-9FFD-7671339EA971}" srcOrd="14" destOrd="0" parTransId="{B261FE66-5E17-4AAD-8431-1456F835724C}" sibTransId="{321F3B3B-3B66-45D0-82A7-0DA42BB83BE7}"/>
    <dgm:cxn modelId="{4E5208CF-AB5E-4B12-A957-D30C2B7F8DF6}" srcId="{DED898B0-702F-419A-8ED1-5D8B21835C43}" destId="{12AC9D8A-A336-4976-80D0-62A2AEF91EF5}" srcOrd="7" destOrd="0" parTransId="{F18C11ED-9B29-42C8-881F-B286942FB7E1}" sibTransId="{A3FFAD95-AF42-4B2C-8953-15EFBEB6A604}"/>
    <dgm:cxn modelId="{EA2347CF-350C-4543-950C-51D1CE5D724D}" type="presOf" srcId="{E162F923-73D1-44E2-BFB3-A9DC78B2CA6F}" destId="{151BC6FD-009B-4DC5-9040-C242BA6AC092}" srcOrd="1" destOrd="0" presId="urn:microsoft.com/office/officeart/2016/7/layout/RepeatingBendingProcessNew"/>
    <dgm:cxn modelId="{539FBCCF-6E94-406B-8DE6-B3B95D851500}" type="presOf" srcId="{76590D76-DE20-4672-89DD-6E171A41D625}" destId="{717B2C18-D10D-4911-AD8C-7BB746417F56}" srcOrd="0" destOrd="0" presId="urn:microsoft.com/office/officeart/2016/7/layout/RepeatingBendingProcessNew"/>
    <dgm:cxn modelId="{982BC9D6-C213-44E8-AC38-92C600304892}" type="presOf" srcId="{F8B0B543-7028-4717-8019-51CA7FB1ADF5}" destId="{2B11521D-20C3-4959-9781-7B098762B0DD}" srcOrd="1" destOrd="0" presId="urn:microsoft.com/office/officeart/2016/7/layout/RepeatingBendingProcessNew"/>
    <dgm:cxn modelId="{E79598D7-090B-4176-BDD5-948E5DC6649C}" type="presOf" srcId="{A3FFAD95-AF42-4B2C-8953-15EFBEB6A604}" destId="{408C2C90-E31F-4195-B0E7-6EA63D6DC5EC}" srcOrd="1" destOrd="0" presId="urn:microsoft.com/office/officeart/2016/7/layout/RepeatingBendingProcessNew"/>
    <dgm:cxn modelId="{3579E1D9-1F80-4D1C-952C-F0D28AEE2256}" srcId="{DED898B0-702F-419A-8ED1-5D8B21835C43}" destId="{2CA147F5-D133-4063-AC3F-1FD6B86A9E24}" srcOrd="3" destOrd="0" parTransId="{3C1F9C9F-8BEC-438F-B15A-06EF8E8AB44F}" sibTransId="{5C5B9FFE-811B-4743-904C-3814AED70E3E}"/>
    <dgm:cxn modelId="{D268E2D9-468E-4DD3-AA62-8E30DE99DD1C}" srcId="{DED898B0-702F-419A-8ED1-5D8B21835C43}" destId="{708AB662-EFEA-4D2D-8BA5-F0C611E43C50}" srcOrd="24" destOrd="0" parTransId="{7A22BBCE-8E26-4807-B0CB-0C86AF584785}" sibTransId="{76590D76-DE20-4672-89DD-6E171A41D625}"/>
    <dgm:cxn modelId="{AAA0D2DD-1284-4E28-B8AF-7F77A2AABF3B}" type="presOf" srcId="{2CA147F5-D133-4063-AC3F-1FD6B86A9E24}" destId="{A84DD766-B05A-4D33-8FFC-3978C4FDB27C}" srcOrd="0" destOrd="0" presId="urn:microsoft.com/office/officeart/2016/7/layout/RepeatingBendingProcessNew"/>
    <dgm:cxn modelId="{477DC4DE-293C-4052-80B3-01F03F256FCD}" type="presOf" srcId="{2D8EC158-C961-4B5F-8831-FD162CB1F2CB}" destId="{0AEDDF98-1056-4768-A95C-B46CEDC56A86}" srcOrd="0" destOrd="0" presId="urn:microsoft.com/office/officeart/2016/7/layout/RepeatingBendingProcessNew"/>
    <dgm:cxn modelId="{958FBBDF-687D-4C11-99EC-780813125B46}" srcId="{DED898B0-702F-419A-8ED1-5D8B21835C43}" destId="{05203962-2BDE-4062-A2BB-9AB161C70780}" srcOrd="13" destOrd="0" parTransId="{5F0E4A38-FE62-437A-8133-F07C8DB6A0FC}" sibTransId="{ED441AD7-EBA0-41CD-B88D-45184F890BFE}"/>
    <dgm:cxn modelId="{CEF073E3-6895-4DF4-BD6D-9553BB908785}" type="presOf" srcId="{2D8EC158-C961-4B5F-8831-FD162CB1F2CB}" destId="{542C3A35-4BD3-4C70-BED0-8ED2973991B2}" srcOrd="1" destOrd="0" presId="urn:microsoft.com/office/officeart/2016/7/layout/RepeatingBendingProcessNew"/>
    <dgm:cxn modelId="{58FD6BE7-E548-4892-AF4F-0C556130F8F1}" type="presOf" srcId="{E5CE8EBC-16ED-464C-9033-CE39BFACD113}" destId="{41DB7E9A-F090-4435-B91F-66C07A6AF218}" srcOrd="0" destOrd="0" presId="urn:microsoft.com/office/officeart/2016/7/layout/RepeatingBendingProcessNew"/>
    <dgm:cxn modelId="{8D6061E9-C80D-40D9-BD7E-47C65F04F846}" srcId="{DED898B0-702F-419A-8ED1-5D8B21835C43}" destId="{5BB45FD2-09F8-48CD-AF1A-441DE2C3B824}" srcOrd="12" destOrd="0" parTransId="{A5CE9A84-2BC9-4F92-A96B-B63864720523}" sibTransId="{C9B3C630-E8CF-4A37-B885-1A20CD00E636}"/>
    <dgm:cxn modelId="{743610F7-3D73-4E56-AC0A-14ECD062CC63}" type="presOf" srcId="{A3FFAD95-AF42-4B2C-8953-15EFBEB6A604}" destId="{DA6BD525-E56B-4971-A46C-5D7E44C2E934}" srcOrd="0" destOrd="0" presId="urn:microsoft.com/office/officeart/2016/7/layout/RepeatingBendingProcessNew"/>
    <dgm:cxn modelId="{05B037F8-93E8-44E0-B608-58FAC11FA774}" type="presOf" srcId="{80B281A3-5E09-4390-9584-7A7B5BDE5A25}" destId="{B98D6733-1711-4602-A2F1-32BBCA7FA7DC}" srcOrd="0" destOrd="0" presId="urn:microsoft.com/office/officeart/2016/7/layout/RepeatingBendingProcessNew"/>
    <dgm:cxn modelId="{739F8FF8-C5DF-43B7-9474-14DC47334FE4}" type="presOf" srcId="{5F6108A7-ADC5-4369-8467-FAC6E5F439BD}" destId="{CC1CE142-4B08-4A2F-A6E5-E18FB33E38B4}" srcOrd="1" destOrd="0" presId="urn:microsoft.com/office/officeart/2016/7/layout/RepeatingBendingProcessNew"/>
    <dgm:cxn modelId="{5297D9F8-1D1E-43F5-B77B-42DDAFD0A956}" type="presOf" srcId="{8538C45D-3203-4E7D-A306-BD1C7A8B3886}" destId="{6288179C-25EA-4810-9698-C3E69E04E877}" srcOrd="1" destOrd="0" presId="urn:microsoft.com/office/officeart/2016/7/layout/RepeatingBendingProcessNew"/>
    <dgm:cxn modelId="{0D8FE0F8-CEF5-4504-83B4-114424C24EB5}" type="presOf" srcId="{0775CDF0-7472-4F92-9506-5CC2B2FE7AC5}" destId="{A349B3D4-58DB-4B07-89D7-FC4F1FCCE056}" srcOrd="0" destOrd="0" presId="urn:microsoft.com/office/officeart/2016/7/layout/RepeatingBendingProcessNew"/>
    <dgm:cxn modelId="{CBEF08FC-459A-4E1A-BCBE-6B8252AF55F5}" type="presOf" srcId="{278FB4C5-10F6-4539-BDA9-AA5F762B907E}" destId="{A912001E-EA01-4743-AB1C-40732191F9B8}" srcOrd="0" destOrd="0" presId="urn:microsoft.com/office/officeart/2016/7/layout/RepeatingBendingProcessNew"/>
    <dgm:cxn modelId="{4059C4FC-8E21-4415-AC79-898C13B5EB7A}" type="presOf" srcId="{76590D76-DE20-4672-89DD-6E171A41D625}" destId="{C36179EC-FC02-4358-8869-2545236BAD94}" srcOrd="1" destOrd="0" presId="urn:microsoft.com/office/officeart/2016/7/layout/RepeatingBendingProcessNew"/>
    <dgm:cxn modelId="{9AAF4F26-7EC1-42F3-A851-276495ABAB1C}" type="presParOf" srcId="{36C1A25C-EDF6-4543-A662-A7D6A79E5AC2}" destId="{8A9D1502-0C83-4A21-9CAC-2972A3F19D5E}" srcOrd="0" destOrd="0" presId="urn:microsoft.com/office/officeart/2016/7/layout/RepeatingBendingProcessNew"/>
    <dgm:cxn modelId="{93BBCD2B-23C3-49AE-8BEE-92635ECE6EDB}" type="presParOf" srcId="{36C1A25C-EDF6-4543-A662-A7D6A79E5AC2}" destId="{9419585D-E501-4FE5-A387-500937D74263}" srcOrd="1" destOrd="0" presId="urn:microsoft.com/office/officeart/2016/7/layout/RepeatingBendingProcessNew"/>
    <dgm:cxn modelId="{20DD0856-8B4E-41DD-B5B2-37D3FD01E474}" type="presParOf" srcId="{9419585D-E501-4FE5-A387-500937D74263}" destId="{CC1CE142-4B08-4A2F-A6E5-E18FB33E38B4}" srcOrd="0" destOrd="0" presId="urn:microsoft.com/office/officeart/2016/7/layout/RepeatingBendingProcessNew"/>
    <dgm:cxn modelId="{25511C82-5A1C-4DAD-8C5A-CFD5882E55CB}" type="presParOf" srcId="{36C1A25C-EDF6-4543-A662-A7D6A79E5AC2}" destId="{65F3EBD2-DC79-416C-9C8C-F4DDF197E6AC}" srcOrd="2" destOrd="0" presId="urn:microsoft.com/office/officeart/2016/7/layout/RepeatingBendingProcessNew"/>
    <dgm:cxn modelId="{DC8F034F-D05D-4A22-A2A9-38744FDCD386}" type="presParOf" srcId="{36C1A25C-EDF6-4543-A662-A7D6A79E5AC2}" destId="{B86D3995-59A0-40C4-BDC6-5216E9281E48}" srcOrd="3" destOrd="0" presId="urn:microsoft.com/office/officeart/2016/7/layout/RepeatingBendingProcessNew"/>
    <dgm:cxn modelId="{3D2E9264-AB40-4B10-AA75-FE66F1EBF635}" type="presParOf" srcId="{B86D3995-59A0-40C4-BDC6-5216E9281E48}" destId="{0078C636-73BD-47E4-B65D-636B28BE91A3}" srcOrd="0" destOrd="0" presId="urn:microsoft.com/office/officeart/2016/7/layout/RepeatingBendingProcessNew"/>
    <dgm:cxn modelId="{A912275B-0541-4928-9BE0-706536026C3B}" type="presParOf" srcId="{36C1A25C-EDF6-4543-A662-A7D6A79E5AC2}" destId="{16384466-462C-491A-9D01-79BEEE8641CF}" srcOrd="4" destOrd="0" presId="urn:microsoft.com/office/officeart/2016/7/layout/RepeatingBendingProcessNew"/>
    <dgm:cxn modelId="{BC53FB45-8AE7-48F3-A41A-E794C8DDF20A}" type="presParOf" srcId="{36C1A25C-EDF6-4543-A662-A7D6A79E5AC2}" destId="{B31A8FC0-2E66-4D67-BBBF-FBCEFBD4C047}" srcOrd="5" destOrd="0" presId="urn:microsoft.com/office/officeart/2016/7/layout/RepeatingBendingProcessNew"/>
    <dgm:cxn modelId="{703329C2-4465-41F1-BE00-95E534AE76DC}" type="presParOf" srcId="{B31A8FC0-2E66-4D67-BBBF-FBCEFBD4C047}" destId="{6A6F6561-282D-4259-B6FE-D504C2B6A62E}" srcOrd="0" destOrd="0" presId="urn:microsoft.com/office/officeart/2016/7/layout/RepeatingBendingProcessNew"/>
    <dgm:cxn modelId="{BC898907-DA75-48EF-9133-32ECE1AC291E}" type="presParOf" srcId="{36C1A25C-EDF6-4543-A662-A7D6A79E5AC2}" destId="{A84DD766-B05A-4D33-8FFC-3978C4FDB27C}" srcOrd="6" destOrd="0" presId="urn:microsoft.com/office/officeart/2016/7/layout/RepeatingBendingProcessNew"/>
    <dgm:cxn modelId="{AF6659D3-EED9-4282-8978-905232E918A5}" type="presParOf" srcId="{36C1A25C-EDF6-4543-A662-A7D6A79E5AC2}" destId="{E29A8CC1-15D6-44C4-B26A-B751E4E5FF5A}" srcOrd="7" destOrd="0" presId="urn:microsoft.com/office/officeart/2016/7/layout/RepeatingBendingProcessNew"/>
    <dgm:cxn modelId="{2B07F9CE-9A16-4038-BA26-3381E24473AD}" type="presParOf" srcId="{E29A8CC1-15D6-44C4-B26A-B751E4E5FF5A}" destId="{A24D7CAF-0A96-4A88-A298-9623DD2182B2}" srcOrd="0" destOrd="0" presId="urn:microsoft.com/office/officeart/2016/7/layout/RepeatingBendingProcessNew"/>
    <dgm:cxn modelId="{64FC8D1B-5785-46E6-8317-5A354EC54CD6}" type="presParOf" srcId="{36C1A25C-EDF6-4543-A662-A7D6A79E5AC2}" destId="{111C495B-D3AF-4E4F-B576-75A43892530D}" srcOrd="8" destOrd="0" presId="urn:microsoft.com/office/officeart/2016/7/layout/RepeatingBendingProcessNew"/>
    <dgm:cxn modelId="{89A210AF-E845-48B9-BD14-5925C54C0D69}" type="presParOf" srcId="{36C1A25C-EDF6-4543-A662-A7D6A79E5AC2}" destId="{99EB854A-6E55-467A-A835-CE6665B7DCB3}" srcOrd="9" destOrd="0" presId="urn:microsoft.com/office/officeart/2016/7/layout/RepeatingBendingProcessNew"/>
    <dgm:cxn modelId="{B12ECC2B-6FB6-425B-9478-571DC640AA97}" type="presParOf" srcId="{99EB854A-6E55-467A-A835-CE6665B7DCB3}" destId="{EEFC58E8-C342-4E88-8D79-2585032DC42A}" srcOrd="0" destOrd="0" presId="urn:microsoft.com/office/officeart/2016/7/layout/RepeatingBendingProcessNew"/>
    <dgm:cxn modelId="{961302D4-7A1A-4179-BF24-159C5349EC6B}" type="presParOf" srcId="{36C1A25C-EDF6-4543-A662-A7D6A79E5AC2}" destId="{AAE6A9CB-10CA-426D-BCF1-D8CD7F4BDB0E}" srcOrd="10" destOrd="0" presId="urn:microsoft.com/office/officeart/2016/7/layout/RepeatingBendingProcessNew"/>
    <dgm:cxn modelId="{A3C200FB-1882-48B6-8575-39F9D44AE9C7}" type="presParOf" srcId="{36C1A25C-EDF6-4543-A662-A7D6A79E5AC2}" destId="{A349B3D4-58DB-4B07-89D7-FC4F1FCCE056}" srcOrd="11" destOrd="0" presId="urn:microsoft.com/office/officeart/2016/7/layout/RepeatingBendingProcessNew"/>
    <dgm:cxn modelId="{46E0C597-27DF-4865-9983-D76545759133}" type="presParOf" srcId="{A349B3D4-58DB-4B07-89D7-FC4F1FCCE056}" destId="{DCFDE334-8607-436E-AA95-55FFC1CF037B}" srcOrd="0" destOrd="0" presId="urn:microsoft.com/office/officeart/2016/7/layout/RepeatingBendingProcessNew"/>
    <dgm:cxn modelId="{9A439A49-9BBA-4BA3-952A-74A37FBFF729}" type="presParOf" srcId="{36C1A25C-EDF6-4543-A662-A7D6A79E5AC2}" destId="{88C80240-2013-4ABD-B691-A94BC84140D1}" srcOrd="12" destOrd="0" presId="urn:microsoft.com/office/officeart/2016/7/layout/RepeatingBendingProcessNew"/>
    <dgm:cxn modelId="{A969F37D-D1B8-41AD-B2B2-F2D83F8F212B}" type="presParOf" srcId="{36C1A25C-EDF6-4543-A662-A7D6A79E5AC2}" destId="{640C8626-8738-4F4D-BCD7-2642CEDB390C}" srcOrd="13" destOrd="0" presId="urn:microsoft.com/office/officeart/2016/7/layout/RepeatingBendingProcessNew"/>
    <dgm:cxn modelId="{876FA74A-2332-4EE4-A70C-A18F35EA8786}" type="presParOf" srcId="{640C8626-8738-4F4D-BCD7-2642CEDB390C}" destId="{11707196-885F-4BF0-BAFC-E6051E5B5308}" srcOrd="0" destOrd="0" presId="urn:microsoft.com/office/officeart/2016/7/layout/RepeatingBendingProcessNew"/>
    <dgm:cxn modelId="{F09B3740-F53E-47D3-8405-CA59A7885219}" type="presParOf" srcId="{36C1A25C-EDF6-4543-A662-A7D6A79E5AC2}" destId="{94C13B0D-95AB-4504-BCC6-8FE20230DBE3}" srcOrd="14" destOrd="0" presId="urn:microsoft.com/office/officeart/2016/7/layout/RepeatingBendingProcessNew"/>
    <dgm:cxn modelId="{21BC99D3-C254-4557-AC6B-35FE488AFAA8}" type="presParOf" srcId="{36C1A25C-EDF6-4543-A662-A7D6A79E5AC2}" destId="{DA6BD525-E56B-4971-A46C-5D7E44C2E934}" srcOrd="15" destOrd="0" presId="urn:microsoft.com/office/officeart/2016/7/layout/RepeatingBendingProcessNew"/>
    <dgm:cxn modelId="{B87E1B02-4379-4349-A163-1F329C0F2C8E}" type="presParOf" srcId="{DA6BD525-E56B-4971-A46C-5D7E44C2E934}" destId="{408C2C90-E31F-4195-B0E7-6EA63D6DC5EC}" srcOrd="0" destOrd="0" presId="urn:microsoft.com/office/officeart/2016/7/layout/RepeatingBendingProcessNew"/>
    <dgm:cxn modelId="{D15DBFD0-123E-4A0B-BA28-D49F6F21C0B2}" type="presParOf" srcId="{36C1A25C-EDF6-4543-A662-A7D6A79E5AC2}" destId="{4D722EBB-BE6F-4D52-ABCD-2A7584B69853}" srcOrd="16" destOrd="0" presId="urn:microsoft.com/office/officeart/2016/7/layout/RepeatingBendingProcessNew"/>
    <dgm:cxn modelId="{26509D46-B6F5-426A-BB00-4D087FCBC751}" type="presParOf" srcId="{36C1A25C-EDF6-4543-A662-A7D6A79E5AC2}" destId="{8CB15663-18EF-40CB-9043-350ACCDEC630}" srcOrd="17" destOrd="0" presId="urn:microsoft.com/office/officeart/2016/7/layout/RepeatingBendingProcessNew"/>
    <dgm:cxn modelId="{38E77559-DCB3-4BAF-A22B-C05120205899}" type="presParOf" srcId="{8CB15663-18EF-40CB-9043-350ACCDEC630}" destId="{44CF3C92-182F-480D-AEBD-423C235D992A}" srcOrd="0" destOrd="0" presId="urn:microsoft.com/office/officeart/2016/7/layout/RepeatingBendingProcessNew"/>
    <dgm:cxn modelId="{912477DF-06B4-4059-9296-0B62EE58998D}" type="presParOf" srcId="{36C1A25C-EDF6-4543-A662-A7D6A79E5AC2}" destId="{8E36681F-08D9-4A3E-9C83-5756697E62DA}" srcOrd="18" destOrd="0" presId="urn:microsoft.com/office/officeart/2016/7/layout/RepeatingBendingProcessNew"/>
    <dgm:cxn modelId="{A9A0C439-051F-404B-AFAE-C04F459C4319}" type="presParOf" srcId="{36C1A25C-EDF6-4543-A662-A7D6A79E5AC2}" destId="{B4995B93-1387-4D94-A9E5-BA250DF41D9A}" srcOrd="19" destOrd="0" presId="urn:microsoft.com/office/officeart/2016/7/layout/RepeatingBendingProcessNew"/>
    <dgm:cxn modelId="{835E6B1F-21A0-416D-A237-A6E998DBBB90}" type="presParOf" srcId="{B4995B93-1387-4D94-A9E5-BA250DF41D9A}" destId="{6288179C-25EA-4810-9698-C3E69E04E877}" srcOrd="0" destOrd="0" presId="urn:microsoft.com/office/officeart/2016/7/layout/RepeatingBendingProcessNew"/>
    <dgm:cxn modelId="{1E55AC62-55C6-4090-9E2C-789A1D6E8D49}" type="presParOf" srcId="{36C1A25C-EDF6-4543-A662-A7D6A79E5AC2}" destId="{F2C572B6-B3E0-4E06-ABCC-CBFAF0AFB585}" srcOrd="20" destOrd="0" presId="urn:microsoft.com/office/officeart/2016/7/layout/RepeatingBendingProcessNew"/>
    <dgm:cxn modelId="{A4D9F93C-BDF3-4951-8A66-C60E0AA31994}" type="presParOf" srcId="{36C1A25C-EDF6-4543-A662-A7D6A79E5AC2}" destId="{41DB7E9A-F090-4435-B91F-66C07A6AF218}" srcOrd="21" destOrd="0" presId="urn:microsoft.com/office/officeart/2016/7/layout/RepeatingBendingProcessNew"/>
    <dgm:cxn modelId="{3DD90DC9-CBA5-4172-9C68-9F572E4DB299}" type="presParOf" srcId="{41DB7E9A-F090-4435-B91F-66C07A6AF218}" destId="{D74872DD-A93E-416D-B191-F62407E80578}" srcOrd="0" destOrd="0" presId="urn:microsoft.com/office/officeart/2016/7/layout/RepeatingBendingProcessNew"/>
    <dgm:cxn modelId="{8268C675-017D-4051-B5F7-750490A31FE0}" type="presParOf" srcId="{36C1A25C-EDF6-4543-A662-A7D6A79E5AC2}" destId="{7ECD32E0-423A-4DEE-A02F-555A9C1D938D}" srcOrd="22" destOrd="0" presId="urn:microsoft.com/office/officeart/2016/7/layout/RepeatingBendingProcessNew"/>
    <dgm:cxn modelId="{93E11334-F2A1-4CAA-9A99-DCDD96BF4CEE}" type="presParOf" srcId="{36C1A25C-EDF6-4543-A662-A7D6A79E5AC2}" destId="{D18367B6-147B-4E14-BFCA-078C681422DB}" srcOrd="23" destOrd="0" presId="urn:microsoft.com/office/officeart/2016/7/layout/RepeatingBendingProcessNew"/>
    <dgm:cxn modelId="{55F0060C-2DB5-49E6-8D54-8C29B7FF32E5}" type="presParOf" srcId="{D18367B6-147B-4E14-BFCA-078C681422DB}" destId="{6C19E4A0-A54E-41EA-B36C-973C2FFA2DE6}" srcOrd="0" destOrd="0" presId="urn:microsoft.com/office/officeart/2016/7/layout/RepeatingBendingProcessNew"/>
    <dgm:cxn modelId="{852C8AA2-2804-463B-A6EB-A5B776C7A73D}" type="presParOf" srcId="{36C1A25C-EDF6-4543-A662-A7D6A79E5AC2}" destId="{0FCC38C3-2C1C-4641-A862-EE031F9242BA}" srcOrd="24" destOrd="0" presId="urn:microsoft.com/office/officeart/2016/7/layout/RepeatingBendingProcessNew"/>
    <dgm:cxn modelId="{A58690F6-3EA8-4089-A00D-1875A78C6415}" type="presParOf" srcId="{36C1A25C-EDF6-4543-A662-A7D6A79E5AC2}" destId="{BC89581C-5058-4245-A499-5A76AEA10570}" srcOrd="25" destOrd="0" presId="urn:microsoft.com/office/officeart/2016/7/layout/RepeatingBendingProcessNew"/>
    <dgm:cxn modelId="{C3ECEC43-3911-4829-8B8A-0F247B976EB8}" type="presParOf" srcId="{BC89581C-5058-4245-A499-5A76AEA10570}" destId="{44927349-8675-4EA3-86E9-5728C5247C62}" srcOrd="0" destOrd="0" presId="urn:microsoft.com/office/officeart/2016/7/layout/RepeatingBendingProcessNew"/>
    <dgm:cxn modelId="{1888157E-86C8-467D-8A49-688DD2AFB652}" type="presParOf" srcId="{36C1A25C-EDF6-4543-A662-A7D6A79E5AC2}" destId="{61F21CA6-6843-4A59-A5FB-D1D6E9CDE3A2}" srcOrd="26" destOrd="0" presId="urn:microsoft.com/office/officeart/2016/7/layout/RepeatingBendingProcessNew"/>
    <dgm:cxn modelId="{F822D39F-D9DC-4FA7-875D-15EEA3EE94DC}" type="presParOf" srcId="{36C1A25C-EDF6-4543-A662-A7D6A79E5AC2}" destId="{C948A576-248E-4469-981E-EA3C57792F76}" srcOrd="27" destOrd="0" presId="urn:microsoft.com/office/officeart/2016/7/layout/RepeatingBendingProcessNew"/>
    <dgm:cxn modelId="{90696A08-BBBE-4A4F-96D4-D7EFC066F327}" type="presParOf" srcId="{C948A576-248E-4469-981E-EA3C57792F76}" destId="{CBBB6662-39E2-4412-A04B-7F8FC1946DCC}" srcOrd="0" destOrd="0" presId="urn:microsoft.com/office/officeart/2016/7/layout/RepeatingBendingProcessNew"/>
    <dgm:cxn modelId="{48CC4164-5A0B-4100-B795-D6238F3F3E9C}" type="presParOf" srcId="{36C1A25C-EDF6-4543-A662-A7D6A79E5AC2}" destId="{27A5C372-DC59-472B-9E49-4432D68D0154}" srcOrd="28" destOrd="0" presId="urn:microsoft.com/office/officeart/2016/7/layout/RepeatingBendingProcessNew"/>
    <dgm:cxn modelId="{9862BF4B-029A-43B3-8305-65967D554ECD}" type="presParOf" srcId="{36C1A25C-EDF6-4543-A662-A7D6A79E5AC2}" destId="{40F1F0E1-F0A5-4615-BD12-6675A4EFD638}" srcOrd="29" destOrd="0" presId="urn:microsoft.com/office/officeart/2016/7/layout/RepeatingBendingProcessNew"/>
    <dgm:cxn modelId="{C13ABE77-F16E-42AE-A112-33F3A6D65403}" type="presParOf" srcId="{40F1F0E1-F0A5-4615-BD12-6675A4EFD638}" destId="{15C81978-3C80-49EA-90FD-57B2896D96BE}" srcOrd="0" destOrd="0" presId="urn:microsoft.com/office/officeart/2016/7/layout/RepeatingBendingProcessNew"/>
    <dgm:cxn modelId="{6F8D2CDA-7A1C-440F-911F-195C791E9EBC}" type="presParOf" srcId="{36C1A25C-EDF6-4543-A662-A7D6A79E5AC2}" destId="{2991EC66-F860-476D-8AC7-43ADC61F7A1B}" srcOrd="30" destOrd="0" presId="urn:microsoft.com/office/officeart/2016/7/layout/RepeatingBendingProcessNew"/>
    <dgm:cxn modelId="{9A23CCBB-EF3D-4C52-AB33-7431CC0598B6}" type="presParOf" srcId="{36C1A25C-EDF6-4543-A662-A7D6A79E5AC2}" destId="{F393C193-A8AE-46A9-827C-C7351D0BAE5D}" srcOrd="31" destOrd="0" presId="urn:microsoft.com/office/officeart/2016/7/layout/RepeatingBendingProcessNew"/>
    <dgm:cxn modelId="{A255EC1A-0E38-44F1-BB13-D59A22EF96CA}" type="presParOf" srcId="{F393C193-A8AE-46A9-827C-C7351D0BAE5D}" destId="{82EE110D-6997-44B7-864B-AC57566B35E5}" srcOrd="0" destOrd="0" presId="urn:microsoft.com/office/officeart/2016/7/layout/RepeatingBendingProcessNew"/>
    <dgm:cxn modelId="{3E824A60-3FD4-4B00-837E-C2762244464A}" type="presParOf" srcId="{36C1A25C-EDF6-4543-A662-A7D6A79E5AC2}" destId="{B9055E26-D7FD-4BFD-9C98-E957E22F7A43}" srcOrd="32" destOrd="0" presId="urn:microsoft.com/office/officeart/2016/7/layout/RepeatingBendingProcessNew"/>
    <dgm:cxn modelId="{946AD6D5-D9DE-409D-8267-C92CB4C896D9}" type="presParOf" srcId="{36C1A25C-EDF6-4543-A662-A7D6A79E5AC2}" destId="{934DEDF5-528F-4BA5-BCF2-A2C31DEAC298}" srcOrd="33" destOrd="0" presId="urn:microsoft.com/office/officeart/2016/7/layout/RepeatingBendingProcessNew"/>
    <dgm:cxn modelId="{104052EC-7465-481C-8298-104AE30C1C4A}" type="presParOf" srcId="{934DEDF5-528F-4BA5-BCF2-A2C31DEAC298}" destId="{151BC6FD-009B-4DC5-9040-C242BA6AC092}" srcOrd="0" destOrd="0" presId="urn:microsoft.com/office/officeart/2016/7/layout/RepeatingBendingProcessNew"/>
    <dgm:cxn modelId="{D533FBC8-A833-4772-9CCA-7E61B623600C}" type="presParOf" srcId="{36C1A25C-EDF6-4543-A662-A7D6A79E5AC2}" destId="{756E09A1-1E77-4A0C-848A-BE76FEDAFB3D}" srcOrd="34" destOrd="0" presId="urn:microsoft.com/office/officeart/2016/7/layout/RepeatingBendingProcessNew"/>
    <dgm:cxn modelId="{0DD98E04-B983-4E8E-8253-0F9C369031E0}" type="presParOf" srcId="{36C1A25C-EDF6-4543-A662-A7D6A79E5AC2}" destId="{8FF8D035-3277-4350-9555-260FEAA4E4C3}" srcOrd="35" destOrd="0" presId="urn:microsoft.com/office/officeart/2016/7/layout/RepeatingBendingProcessNew"/>
    <dgm:cxn modelId="{FFF5B669-9345-4F32-ABA9-BF6DBD14EE89}" type="presParOf" srcId="{8FF8D035-3277-4350-9555-260FEAA4E4C3}" destId="{DD2F27A2-4D91-469B-AC0B-5E83B1283E48}" srcOrd="0" destOrd="0" presId="urn:microsoft.com/office/officeart/2016/7/layout/RepeatingBendingProcessNew"/>
    <dgm:cxn modelId="{EEFAA353-811E-4ED5-AA40-F5D3DCFFC608}" type="presParOf" srcId="{36C1A25C-EDF6-4543-A662-A7D6A79E5AC2}" destId="{E9EEC8A1-BD2B-4327-8EA0-F8348331AD92}" srcOrd="36" destOrd="0" presId="urn:microsoft.com/office/officeart/2016/7/layout/RepeatingBendingProcessNew"/>
    <dgm:cxn modelId="{01662AE1-4170-42A2-BE6F-937373AD1D7D}" type="presParOf" srcId="{36C1A25C-EDF6-4543-A662-A7D6A79E5AC2}" destId="{0AEDDF98-1056-4768-A95C-B46CEDC56A86}" srcOrd="37" destOrd="0" presId="urn:microsoft.com/office/officeart/2016/7/layout/RepeatingBendingProcessNew"/>
    <dgm:cxn modelId="{9E53937E-190C-41C2-A3D8-6815185D33F1}" type="presParOf" srcId="{0AEDDF98-1056-4768-A95C-B46CEDC56A86}" destId="{542C3A35-4BD3-4C70-BED0-8ED2973991B2}" srcOrd="0" destOrd="0" presId="urn:microsoft.com/office/officeart/2016/7/layout/RepeatingBendingProcessNew"/>
    <dgm:cxn modelId="{41DE92AA-83C2-4BD4-B824-49C1DD48211C}" type="presParOf" srcId="{36C1A25C-EDF6-4543-A662-A7D6A79E5AC2}" destId="{2BEAACC6-6106-4D56-A2CC-9E1471E042E4}" srcOrd="38" destOrd="0" presId="urn:microsoft.com/office/officeart/2016/7/layout/RepeatingBendingProcessNew"/>
    <dgm:cxn modelId="{66EAFD9D-088B-4377-B7AD-A9FF5B0D50D5}" type="presParOf" srcId="{36C1A25C-EDF6-4543-A662-A7D6A79E5AC2}" destId="{55528385-2CC0-4947-B9BC-E8D59178F6C8}" srcOrd="39" destOrd="0" presId="urn:microsoft.com/office/officeart/2016/7/layout/RepeatingBendingProcessNew"/>
    <dgm:cxn modelId="{E0E11193-37B8-4519-A098-EEA69EC1DB89}" type="presParOf" srcId="{55528385-2CC0-4947-B9BC-E8D59178F6C8}" destId="{9C09F1FC-041E-4CC3-ADEC-E6B41C989DA0}" srcOrd="0" destOrd="0" presId="urn:microsoft.com/office/officeart/2016/7/layout/RepeatingBendingProcessNew"/>
    <dgm:cxn modelId="{737D0402-A966-4862-A632-4586DECCA5F6}" type="presParOf" srcId="{36C1A25C-EDF6-4543-A662-A7D6A79E5AC2}" destId="{E182B698-A210-4321-9F03-6684A22FCFDA}" srcOrd="40" destOrd="0" presId="urn:microsoft.com/office/officeart/2016/7/layout/RepeatingBendingProcessNew"/>
    <dgm:cxn modelId="{EC48DDD2-3E98-46A4-8E4F-1ADD08C5D692}" type="presParOf" srcId="{36C1A25C-EDF6-4543-A662-A7D6A79E5AC2}" destId="{8547D2C8-81E5-4C6C-930F-5E75A70A0E54}" srcOrd="41" destOrd="0" presId="urn:microsoft.com/office/officeart/2016/7/layout/RepeatingBendingProcessNew"/>
    <dgm:cxn modelId="{8E63E7EC-B685-4C47-A422-9E54002A04F5}" type="presParOf" srcId="{8547D2C8-81E5-4C6C-930F-5E75A70A0E54}" destId="{2B11521D-20C3-4959-9781-7B098762B0DD}" srcOrd="0" destOrd="0" presId="urn:microsoft.com/office/officeart/2016/7/layout/RepeatingBendingProcessNew"/>
    <dgm:cxn modelId="{0B8B5E3B-4268-4866-BA96-8C59C11F3514}" type="presParOf" srcId="{36C1A25C-EDF6-4543-A662-A7D6A79E5AC2}" destId="{665955C4-8777-4FE0-9A01-81117BADC5BD}" srcOrd="42" destOrd="0" presId="urn:microsoft.com/office/officeart/2016/7/layout/RepeatingBendingProcessNew"/>
    <dgm:cxn modelId="{04DB138C-F955-4F89-A1EA-345AA3E6CE4D}" type="presParOf" srcId="{36C1A25C-EDF6-4543-A662-A7D6A79E5AC2}" destId="{F58D2A0D-4129-496E-A6B0-FC99E84A15C7}" srcOrd="43" destOrd="0" presId="urn:microsoft.com/office/officeart/2016/7/layout/RepeatingBendingProcessNew"/>
    <dgm:cxn modelId="{C8F608A9-78A6-4885-A2F3-B4DF54CC4D4B}" type="presParOf" srcId="{F58D2A0D-4129-496E-A6B0-FC99E84A15C7}" destId="{79826EEB-EA5F-4620-9333-B0DC87119258}" srcOrd="0" destOrd="0" presId="urn:microsoft.com/office/officeart/2016/7/layout/RepeatingBendingProcessNew"/>
    <dgm:cxn modelId="{29DDD1BD-FBA2-41C9-82A6-8AFB7AD96BC0}" type="presParOf" srcId="{36C1A25C-EDF6-4543-A662-A7D6A79E5AC2}" destId="{B98D6733-1711-4602-A2F1-32BBCA7FA7DC}" srcOrd="44" destOrd="0" presId="urn:microsoft.com/office/officeart/2016/7/layout/RepeatingBendingProcessNew"/>
    <dgm:cxn modelId="{9FEA6278-62D5-4119-8E15-4066BE26085B}" type="presParOf" srcId="{36C1A25C-EDF6-4543-A662-A7D6A79E5AC2}" destId="{6B07688E-56A6-4D38-BFA6-AAF05B2C9232}" srcOrd="45" destOrd="0" presId="urn:microsoft.com/office/officeart/2016/7/layout/RepeatingBendingProcessNew"/>
    <dgm:cxn modelId="{FB106409-761A-40FE-AA3A-FF2DB070D03E}" type="presParOf" srcId="{6B07688E-56A6-4D38-BFA6-AAF05B2C9232}" destId="{C85EC04B-EEAA-445F-9924-4DB50E7145C3}" srcOrd="0" destOrd="0" presId="urn:microsoft.com/office/officeart/2016/7/layout/RepeatingBendingProcessNew"/>
    <dgm:cxn modelId="{3D8C7863-BAAF-4031-8786-8968BABC0C5D}" type="presParOf" srcId="{36C1A25C-EDF6-4543-A662-A7D6A79E5AC2}" destId="{1C22B99D-D40F-44FE-8B6B-184FC69B3886}" srcOrd="46" destOrd="0" presId="urn:microsoft.com/office/officeart/2016/7/layout/RepeatingBendingProcessNew"/>
    <dgm:cxn modelId="{4C788DBE-A01B-4AF8-947E-89B5715CCF80}" type="presParOf" srcId="{36C1A25C-EDF6-4543-A662-A7D6A79E5AC2}" destId="{A385F399-8CCB-49CB-B39A-964111F939AB}" srcOrd="47" destOrd="0" presId="urn:microsoft.com/office/officeart/2016/7/layout/RepeatingBendingProcessNew"/>
    <dgm:cxn modelId="{A0B9BC30-F9AF-492A-9F24-0F66E9BD48C9}" type="presParOf" srcId="{A385F399-8CCB-49CB-B39A-964111F939AB}" destId="{CB147EEA-6DAB-40C2-8C14-EDBEE7DC99FD}" srcOrd="0" destOrd="0" presId="urn:microsoft.com/office/officeart/2016/7/layout/RepeatingBendingProcessNew"/>
    <dgm:cxn modelId="{A669D89E-6832-4CEE-82B8-1F7CFFBE7E69}" type="presParOf" srcId="{36C1A25C-EDF6-4543-A662-A7D6A79E5AC2}" destId="{39FD704C-2F63-4B1A-AC60-DA7050585A65}" srcOrd="48" destOrd="0" presId="urn:microsoft.com/office/officeart/2016/7/layout/RepeatingBendingProcessNew"/>
    <dgm:cxn modelId="{0041B71A-A20D-407C-A917-567A27E4080B}" type="presParOf" srcId="{36C1A25C-EDF6-4543-A662-A7D6A79E5AC2}" destId="{717B2C18-D10D-4911-AD8C-7BB746417F56}" srcOrd="49" destOrd="0" presId="urn:microsoft.com/office/officeart/2016/7/layout/RepeatingBendingProcessNew"/>
    <dgm:cxn modelId="{E26C011D-C643-411A-AEFC-97A261EFA839}" type="presParOf" srcId="{717B2C18-D10D-4911-AD8C-7BB746417F56}" destId="{C36179EC-FC02-4358-8869-2545236BAD94}" srcOrd="0" destOrd="0" presId="urn:microsoft.com/office/officeart/2016/7/layout/RepeatingBendingProcessNew"/>
    <dgm:cxn modelId="{AA350E4F-1B64-4ABF-9C25-60C945E55E5C}" type="presParOf" srcId="{36C1A25C-EDF6-4543-A662-A7D6A79E5AC2}" destId="{25C7BD67-5505-490B-B388-64733180835D}" srcOrd="50" destOrd="0" presId="urn:microsoft.com/office/officeart/2016/7/layout/RepeatingBendingProcessNew"/>
    <dgm:cxn modelId="{9FEF4978-474C-4646-9562-37C76F2B59BD}" type="presParOf" srcId="{36C1A25C-EDF6-4543-A662-A7D6A79E5AC2}" destId="{A912001E-EA01-4743-AB1C-40732191F9B8}" srcOrd="51" destOrd="0" presId="urn:microsoft.com/office/officeart/2016/7/layout/RepeatingBendingProcessNew"/>
    <dgm:cxn modelId="{A0EA052A-0B38-4C0F-BECD-7202667508B9}" type="presParOf" srcId="{A912001E-EA01-4743-AB1C-40732191F9B8}" destId="{68D06610-B8E2-4B08-800C-31B95A3320B8}" srcOrd="0" destOrd="0" presId="urn:microsoft.com/office/officeart/2016/7/layout/RepeatingBendingProcessNew"/>
    <dgm:cxn modelId="{8EF7A21B-80A9-4996-A840-24F3062689A0}" type="presParOf" srcId="{36C1A25C-EDF6-4543-A662-A7D6A79E5AC2}" destId="{FAF82A00-8327-4347-A857-B4615C7C31DB}" srcOrd="5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BA0FBC9-3932-49D4-8E8F-D277549CF0D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9D0A592-8260-4C96-BDD1-BC5FCAC0D06C}">
      <dgm:prSet/>
      <dgm:spPr/>
      <dgm:t>
        <a:bodyPr/>
        <a:lstStyle/>
        <a:p>
          <a:r>
            <a:rPr lang="en-US"/>
            <a:t>Are We Ready to Act?</a:t>
          </a:r>
        </a:p>
      </dgm:t>
    </dgm:pt>
    <dgm:pt modelId="{5723952F-D471-4912-8122-A32CE9E0ABA4}" type="parTrans" cxnId="{E7407CEA-C55E-41CB-A8DF-7D857BD1B490}">
      <dgm:prSet/>
      <dgm:spPr/>
      <dgm:t>
        <a:bodyPr/>
        <a:lstStyle/>
        <a:p>
          <a:endParaRPr lang="en-US"/>
        </a:p>
      </dgm:t>
    </dgm:pt>
    <dgm:pt modelId="{1C5E377C-8822-409E-849D-630B983C3960}" type="sibTrans" cxnId="{E7407CEA-C55E-41CB-A8DF-7D857BD1B490}">
      <dgm:prSet/>
      <dgm:spPr/>
      <dgm:t>
        <a:bodyPr/>
        <a:lstStyle/>
        <a:p>
          <a:endParaRPr lang="en-US"/>
        </a:p>
      </dgm:t>
    </dgm:pt>
    <dgm:pt modelId="{80614C5B-377D-4226-8396-EE8FBE826DAA}">
      <dgm:prSet/>
      <dgm:spPr/>
      <dgm:t>
        <a:bodyPr/>
        <a:lstStyle/>
        <a:p>
          <a:r>
            <a:rPr lang="en-US"/>
            <a:t>We have the DATA</a:t>
          </a:r>
        </a:p>
      </dgm:t>
    </dgm:pt>
    <dgm:pt modelId="{F4BF0C0F-71D1-44DD-A376-B3BACB40692C}" type="parTrans" cxnId="{3F1C5D00-95CA-420E-A697-51B17CCAAE86}">
      <dgm:prSet/>
      <dgm:spPr/>
      <dgm:t>
        <a:bodyPr/>
        <a:lstStyle/>
        <a:p>
          <a:endParaRPr lang="en-US"/>
        </a:p>
      </dgm:t>
    </dgm:pt>
    <dgm:pt modelId="{159E24D0-C894-4283-85B8-C6F9F0592FB4}" type="sibTrans" cxnId="{3F1C5D00-95CA-420E-A697-51B17CCAAE86}">
      <dgm:prSet/>
      <dgm:spPr/>
      <dgm:t>
        <a:bodyPr/>
        <a:lstStyle/>
        <a:p>
          <a:endParaRPr lang="en-US"/>
        </a:p>
      </dgm:t>
    </dgm:pt>
    <dgm:pt modelId="{3FB60451-A340-431C-807C-B0EE88B9C8D9}">
      <dgm:prSet/>
      <dgm:spPr/>
      <dgm:t>
        <a:bodyPr/>
        <a:lstStyle/>
        <a:p>
          <a:r>
            <a:rPr lang="en-US"/>
            <a:t>740 records, 21 variables</a:t>
          </a:r>
        </a:p>
      </dgm:t>
    </dgm:pt>
    <dgm:pt modelId="{A6F159D9-07B9-46FE-94ED-90892419B1AB}" type="parTrans" cxnId="{B5C921A4-1618-42A8-A416-BE9062A693A9}">
      <dgm:prSet/>
      <dgm:spPr/>
      <dgm:t>
        <a:bodyPr/>
        <a:lstStyle/>
        <a:p>
          <a:endParaRPr lang="en-US"/>
        </a:p>
      </dgm:t>
    </dgm:pt>
    <dgm:pt modelId="{F700B772-6CAD-43D9-93D2-DC98E4DDE8B5}" type="sibTrans" cxnId="{B5C921A4-1618-42A8-A416-BE9062A693A9}">
      <dgm:prSet/>
      <dgm:spPr/>
      <dgm:t>
        <a:bodyPr/>
        <a:lstStyle/>
        <a:p>
          <a:endParaRPr lang="en-US"/>
        </a:p>
      </dgm:t>
    </dgm:pt>
    <dgm:pt modelId="{F7CB74A7-AA6E-44BA-A27B-E82A187961EE}">
      <dgm:prSet/>
      <dgm:spPr/>
      <dgm:t>
        <a:bodyPr/>
        <a:lstStyle/>
        <a:p>
          <a:r>
            <a:rPr lang="en-US"/>
            <a:t>Complete workforce coverage</a:t>
          </a:r>
        </a:p>
      </dgm:t>
    </dgm:pt>
    <dgm:pt modelId="{3F93C8F7-4752-4DC2-B7C7-0228D1ED227E}" type="parTrans" cxnId="{6348E9D9-8D02-41ED-ADFD-E0F72CF8898D}">
      <dgm:prSet/>
      <dgm:spPr/>
      <dgm:t>
        <a:bodyPr/>
        <a:lstStyle/>
        <a:p>
          <a:endParaRPr lang="en-US"/>
        </a:p>
      </dgm:t>
    </dgm:pt>
    <dgm:pt modelId="{4BCA44CB-33EC-4D00-8CA6-E902FC7710C8}" type="sibTrans" cxnId="{6348E9D9-8D02-41ED-ADFD-E0F72CF8898D}">
      <dgm:prSet/>
      <dgm:spPr/>
      <dgm:t>
        <a:bodyPr/>
        <a:lstStyle/>
        <a:p>
          <a:endParaRPr lang="en-US"/>
        </a:p>
      </dgm:t>
    </dgm:pt>
    <dgm:pt modelId="{7755383C-9106-4F2E-A678-2471F304C678}">
      <dgm:prSet/>
      <dgm:spPr/>
      <dgm:t>
        <a:bodyPr/>
        <a:lstStyle/>
        <a:p>
          <a:r>
            <a:rPr lang="en-US"/>
            <a:t>We have the INSIGHTS</a:t>
          </a:r>
        </a:p>
      </dgm:t>
    </dgm:pt>
    <dgm:pt modelId="{8588A586-68D7-4E71-B3FB-1E1C8C5CF070}" type="parTrans" cxnId="{DFBBAE05-F2D2-49B8-905E-6B133A138F89}">
      <dgm:prSet/>
      <dgm:spPr/>
      <dgm:t>
        <a:bodyPr/>
        <a:lstStyle/>
        <a:p>
          <a:endParaRPr lang="en-US"/>
        </a:p>
      </dgm:t>
    </dgm:pt>
    <dgm:pt modelId="{7A0BD2E4-48F2-40B5-8E19-45E855B341DF}" type="sibTrans" cxnId="{DFBBAE05-F2D2-49B8-905E-6B133A138F89}">
      <dgm:prSet/>
      <dgm:spPr/>
      <dgm:t>
        <a:bodyPr/>
        <a:lstStyle/>
        <a:p>
          <a:endParaRPr lang="en-US"/>
        </a:p>
      </dgm:t>
    </dgm:pt>
    <dgm:pt modelId="{3C030A44-7D91-4C36-BCD1-E213D20286BA}">
      <dgm:prSet/>
      <dgm:spPr/>
      <dgm:t>
        <a:bodyPr/>
        <a:lstStyle/>
        <a:p>
          <a:r>
            <a:rPr lang="en-US"/>
            <a:t>6 dashboard pages</a:t>
          </a:r>
        </a:p>
      </dgm:t>
    </dgm:pt>
    <dgm:pt modelId="{19123729-603D-462D-B1BA-95F7E3F4114C}" type="parTrans" cxnId="{5A35690A-1457-47F4-9B16-9D7CEB440E48}">
      <dgm:prSet/>
      <dgm:spPr/>
      <dgm:t>
        <a:bodyPr/>
        <a:lstStyle/>
        <a:p>
          <a:endParaRPr lang="en-US"/>
        </a:p>
      </dgm:t>
    </dgm:pt>
    <dgm:pt modelId="{911E20CD-E1A1-4D6F-92F4-DE5C27C11AB9}" type="sibTrans" cxnId="{5A35690A-1457-47F4-9B16-9D7CEB440E48}">
      <dgm:prSet/>
      <dgm:spPr/>
      <dgm:t>
        <a:bodyPr/>
        <a:lstStyle/>
        <a:p>
          <a:endParaRPr lang="en-US"/>
        </a:p>
      </dgm:t>
    </dgm:pt>
    <dgm:pt modelId="{6EA1E098-9F24-44B9-9C8B-50476D23BAA1}">
      <dgm:prSet/>
      <dgm:spPr/>
      <dgm:t>
        <a:bodyPr/>
        <a:lstStyle/>
        <a:p>
          <a:r>
            <a:rPr lang="en-US"/>
            <a:t>Actionable patterns identified</a:t>
          </a:r>
        </a:p>
      </dgm:t>
    </dgm:pt>
    <dgm:pt modelId="{FBCDF3FE-90CB-4571-B7D7-8F63F79CFB1C}" type="parTrans" cxnId="{26E953D8-34BA-404B-BA69-9C8268413F1C}">
      <dgm:prSet/>
      <dgm:spPr/>
      <dgm:t>
        <a:bodyPr/>
        <a:lstStyle/>
        <a:p>
          <a:endParaRPr lang="en-US"/>
        </a:p>
      </dgm:t>
    </dgm:pt>
    <dgm:pt modelId="{7AB1D254-2FE5-4291-BE4D-34A4AAEB5E1A}" type="sibTrans" cxnId="{26E953D8-34BA-404B-BA69-9C8268413F1C}">
      <dgm:prSet/>
      <dgm:spPr/>
      <dgm:t>
        <a:bodyPr/>
        <a:lstStyle/>
        <a:p>
          <a:endParaRPr lang="en-US"/>
        </a:p>
      </dgm:t>
    </dgm:pt>
    <dgm:pt modelId="{8366DA27-4BA3-41E5-A9CA-A4910B78838A}">
      <dgm:prSet/>
      <dgm:spPr/>
      <dgm:t>
        <a:bodyPr/>
        <a:lstStyle/>
        <a:p>
          <a:r>
            <a:rPr lang="en-US"/>
            <a:t>We have the ROADMAP</a:t>
          </a:r>
        </a:p>
      </dgm:t>
    </dgm:pt>
    <dgm:pt modelId="{4A5178FF-004B-4641-80CD-2D908BF0B425}" type="parTrans" cxnId="{3D9E07B5-0CAE-443E-A574-17CECB2E1C76}">
      <dgm:prSet/>
      <dgm:spPr/>
      <dgm:t>
        <a:bodyPr/>
        <a:lstStyle/>
        <a:p>
          <a:endParaRPr lang="en-US"/>
        </a:p>
      </dgm:t>
    </dgm:pt>
    <dgm:pt modelId="{46826092-25AE-48FD-B791-D6B6B46799D5}" type="sibTrans" cxnId="{3D9E07B5-0CAE-443E-A574-17CECB2E1C76}">
      <dgm:prSet/>
      <dgm:spPr/>
      <dgm:t>
        <a:bodyPr/>
        <a:lstStyle/>
        <a:p>
          <a:endParaRPr lang="en-US"/>
        </a:p>
      </dgm:t>
    </dgm:pt>
    <dgm:pt modelId="{1E00F0F7-C723-464A-B7A2-1D73A1E82BBC}">
      <dgm:prSet/>
      <dgm:spPr/>
      <dgm:t>
        <a:bodyPr/>
        <a:lstStyle/>
        <a:p>
          <a:r>
            <a:rPr lang="en-US"/>
            <a:t>4 tiers, 12 recommendations</a:t>
          </a:r>
        </a:p>
      </dgm:t>
    </dgm:pt>
    <dgm:pt modelId="{A816A159-F008-4AB1-A92F-3F72DBEFE258}" type="parTrans" cxnId="{9DB59FCE-F90C-490B-BEC7-0D4138FB9012}">
      <dgm:prSet/>
      <dgm:spPr/>
      <dgm:t>
        <a:bodyPr/>
        <a:lstStyle/>
        <a:p>
          <a:endParaRPr lang="en-US"/>
        </a:p>
      </dgm:t>
    </dgm:pt>
    <dgm:pt modelId="{2387AB8B-0CD0-4E72-8D89-8A11A2BF3252}" type="sibTrans" cxnId="{9DB59FCE-F90C-490B-BEC7-0D4138FB9012}">
      <dgm:prSet/>
      <dgm:spPr/>
      <dgm:t>
        <a:bodyPr/>
        <a:lstStyle/>
        <a:p>
          <a:endParaRPr lang="en-US"/>
        </a:p>
      </dgm:t>
    </dgm:pt>
    <dgm:pt modelId="{95327F70-7631-4711-968C-3DD89303EE7C}">
      <dgm:prSet/>
      <dgm:spPr/>
      <dgm:t>
        <a:bodyPr/>
        <a:lstStyle/>
        <a:p>
          <a:r>
            <a:rPr lang="en-US"/>
            <a:t>Clear timelines</a:t>
          </a:r>
        </a:p>
      </dgm:t>
    </dgm:pt>
    <dgm:pt modelId="{EFE2ABBC-7738-4BC2-8726-9C6474CD4D5F}" type="parTrans" cxnId="{9BB22DD5-31BA-44AF-AA40-5DD2F5373054}">
      <dgm:prSet/>
      <dgm:spPr/>
      <dgm:t>
        <a:bodyPr/>
        <a:lstStyle/>
        <a:p>
          <a:endParaRPr lang="en-US"/>
        </a:p>
      </dgm:t>
    </dgm:pt>
    <dgm:pt modelId="{663A0F5E-465E-403E-93DA-3D4300C81189}" type="sibTrans" cxnId="{9BB22DD5-31BA-44AF-AA40-5DD2F5373054}">
      <dgm:prSet/>
      <dgm:spPr/>
      <dgm:t>
        <a:bodyPr/>
        <a:lstStyle/>
        <a:p>
          <a:endParaRPr lang="en-US"/>
        </a:p>
      </dgm:t>
    </dgm:pt>
    <dgm:pt modelId="{FC585B27-CAF3-4380-AF9E-16CF03615847}">
      <dgm:prSet/>
      <dgm:spPr/>
      <dgm:t>
        <a:bodyPr/>
        <a:lstStyle/>
        <a:p>
          <a:r>
            <a:rPr lang="en-US"/>
            <a:t>We have the ROI</a:t>
          </a:r>
        </a:p>
      </dgm:t>
    </dgm:pt>
    <dgm:pt modelId="{E0A4B15F-0DEB-4FBB-8B65-B61C1C88C0EF}" type="parTrans" cxnId="{9623DEF1-E835-4A3B-B405-42B82A28CEF3}">
      <dgm:prSet/>
      <dgm:spPr/>
      <dgm:t>
        <a:bodyPr/>
        <a:lstStyle/>
        <a:p>
          <a:endParaRPr lang="en-US"/>
        </a:p>
      </dgm:t>
    </dgm:pt>
    <dgm:pt modelId="{82A76998-3651-45B0-99D1-A57A85C2957B}" type="sibTrans" cxnId="{9623DEF1-E835-4A3B-B405-42B82A28CEF3}">
      <dgm:prSet/>
      <dgm:spPr/>
      <dgm:t>
        <a:bodyPr/>
        <a:lstStyle/>
        <a:p>
          <a:endParaRPr lang="en-US"/>
        </a:p>
      </dgm:t>
    </dgm:pt>
    <dgm:pt modelId="{7D45630C-B168-41D0-B65C-BC27B76DFD1E}">
      <dgm:prSet/>
      <dgm:spPr/>
      <dgm:t>
        <a:bodyPr/>
        <a:lstStyle/>
        <a:p>
          <a:r>
            <a:rPr lang="en-US"/>
            <a:t>$200-300K Year 1</a:t>
          </a:r>
        </a:p>
      </dgm:t>
    </dgm:pt>
    <dgm:pt modelId="{511F1189-D51F-429D-A29B-50D2F8427E9A}" type="parTrans" cxnId="{97217FCD-9F60-47C0-B9E2-83B016E6787D}">
      <dgm:prSet/>
      <dgm:spPr/>
      <dgm:t>
        <a:bodyPr/>
        <a:lstStyle/>
        <a:p>
          <a:endParaRPr lang="en-US"/>
        </a:p>
      </dgm:t>
    </dgm:pt>
    <dgm:pt modelId="{D6078531-D138-40FA-83B4-AEBC0BED966C}" type="sibTrans" cxnId="{97217FCD-9F60-47C0-B9E2-83B016E6787D}">
      <dgm:prSet/>
      <dgm:spPr/>
      <dgm:t>
        <a:bodyPr/>
        <a:lstStyle/>
        <a:p>
          <a:endParaRPr lang="en-US"/>
        </a:p>
      </dgm:t>
    </dgm:pt>
    <dgm:pt modelId="{A260FE4D-5A81-4722-A92A-E3F6D420546C}">
      <dgm:prSet/>
      <dgm:spPr/>
      <dgm:t>
        <a:bodyPr/>
        <a:lstStyle/>
        <a:p>
          <a:r>
            <a:rPr lang="en-US"/>
            <a:t>4:1 to 10:1 return</a:t>
          </a:r>
        </a:p>
      </dgm:t>
    </dgm:pt>
    <dgm:pt modelId="{BC59F890-F080-4796-8BA3-1545D4155DE3}" type="parTrans" cxnId="{F417062A-5572-4A7D-8FB3-A68C4CCD9237}">
      <dgm:prSet/>
      <dgm:spPr/>
      <dgm:t>
        <a:bodyPr/>
        <a:lstStyle/>
        <a:p>
          <a:endParaRPr lang="en-US"/>
        </a:p>
      </dgm:t>
    </dgm:pt>
    <dgm:pt modelId="{BF1F3A16-06B0-4988-B6B6-023409097255}" type="sibTrans" cxnId="{F417062A-5572-4A7D-8FB3-A68C4CCD9237}">
      <dgm:prSet/>
      <dgm:spPr/>
      <dgm:t>
        <a:bodyPr/>
        <a:lstStyle/>
        <a:p>
          <a:endParaRPr lang="en-US"/>
        </a:p>
      </dgm:t>
    </dgm:pt>
    <dgm:pt modelId="{4FC38ABA-4C13-4F2A-A04A-1B0CC6CA5D89}">
      <dgm:prSet/>
      <dgm:spPr/>
      <dgm:t>
        <a:bodyPr/>
        <a:lstStyle/>
        <a:p>
          <a:r>
            <a:rPr lang="en-US"/>
            <a:t>THE ONLY QUESTION:</a:t>
          </a:r>
        </a:p>
      </dgm:t>
    </dgm:pt>
    <dgm:pt modelId="{C1326A6A-84E3-480A-8885-33CF163E417F}" type="parTrans" cxnId="{7C8AD325-A082-4A4F-B4EC-DC19FD056C9D}">
      <dgm:prSet/>
      <dgm:spPr/>
      <dgm:t>
        <a:bodyPr/>
        <a:lstStyle/>
        <a:p>
          <a:endParaRPr lang="en-US"/>
        </a:p>
      </dgm:t>
    </dgm:pt>
    <dgm:pt modelId="{EF668902-C128-421F-8A47-DF76025A1281}" type="sibTrans" cxnId="{7C8AD325-A082-4A4F-B4EC-DC19FD056C9D}">
      <dgm:prSet/>
      <dgm:spPr/>
      <dgm:t>
        <a:bodyPr/>
        <a:lstStyle/>
        <a:p>
          <a:endParaRPr lang="en-US"/>
        </a:p>
      </dgm:t>
    </dgm:pt>
    <dgm:pt modelId="{F77E4E97-E1DC-43C2-8329-FD4C61C935A6}">
      <dgm:prSet/>
      <dgm:spPr/>
      <dgm:t>
        <a:bodyPr/>
        <a:lstStyle/>
        <a:p>
          <a:r>
            <a:rPr lang="en-US"/>
            <a:t>Are we ready to transform this</a:t>
          </a:r>
        </a:p>
      </dgm:t>
    </dgm:pt>
    <dgm:pt modelId="{8E11D9C8-9BC9-44EB-83FA-EA633F8D1981}" type="parTrans" cxnId="{6E404434-F571-439D-A229-1D25F7584D75}">
      <dgm:prSet/>
      <dgm:spPr/>
      <dgm:t>
        <a:bodyPr/>
        <a:lstStyle/>
        <a:p>
          <a:endParaRPr lang="en-US"/>
        </a:p>
      </dgm:t>
    </dgm:pt>
    <dgm:pt modelId="{71A91E89-D300-45B9-9985-8A88DEBF81C2}" type="sibTrans" cxnId="{6E404434-F571-439D-A229-1D25F7584D75}">
      <dgm:prSet/>
      <dgm:spPr/>
      <dgm:t>
        <a:bodyPr/>
        <a:lstStyle/>
        <a:p>
          <a:endParaRPr lang="en-US"/>
        </a:p>
      </dgm:t>
    </dgm:pt>
    <dgm:pt modelId="{C5C8667F-13DB-4AC4-AF36-BB3341F6FFB8}">
      <dgm:prSet/>
      <dgm:spPr/>
      <dgm:t>
        <a:bodyPr/>
        <a:lstStyle/>
        <a:p>
          <a:r>
            <a:rPr lang="en-US"/>
            <a:t>million-dollar challenge into</a:t>
          </a:r>
        </a:p>
      </dgm:t>
    </dgm:pt>
    <dgm:pt modelId="{449F2F44-85ED-427B-A21F-B33A84073F55}" type="parTrans" cxnId="{6A20FE86-60A1-4AFB-9E01-9A15A3758FDD}">
      <dgm:prSet/>
      <dgm:spPr/>
      <dgm:t>
        <a:bodyPr/>
        <a:lstStyle/>
        <a:p>
          <a:endParaRPr lang="en-US"/>
        </a:p>
      </dgm:t>
    </dgm:pt>
    <dgm:pt modelId="{E317FF45-BDBE-4A61-AE63-163BB83E2235}" type="sibTrans" cxnId="{6A20FE86-60A1-4AFB-9E01-9A15A3758FDD}">
      <dgm:prSet/>
      <dgm:spPr/>
      <dgm:t>
        <a:bodyPr/>
        <a:lstStyle/>
        <a:p>
          <a:endParaRPr lang="en-US"/>
        </a:p>
      </dgm:t>
    </dgm:pt>
    <dgm:pt modelId="{ACED9900-FAC8-4947-A8AF-1264695C6C33}">
      <dgm:prSet/>
      <dgm:spPr/>
      <dgm:t>
        <a:bodyPr/>
        <a:lstStyle/>
        <a:p>
          <a:r>
            <a:rPr lang="en-US"/>
            <a:t>a strategic advantage?</a:t>
          </a:r>
        </a:p>
      </dgm:t>
    </dgm:pt>
    <dgm:pt modelId="{A9438273-4071-4777-B096-824EFA6EB5CB}" type="parTrans" cxnId="{D6F88E9C-957D-4C80-ABAC-401748ED4E97}">
      <dgm:prSet/>
      <dgm:spPr/>
      <dgm:t>
        <a:bodyPr/>
        <a:lstStyle/>
        <a:p>
          <a:endParaRPr lang="en-US"/>
        </a:p>
      </dgm:t>
    </dgm:pt>
    <dgm:pt modelId="{14E296D8-E9E9-4EF2-909B-93EE53AFCD12}" type="sibTrans" cxnId="{D6F88E9C-957D-4C80-ABAC-401748ED4E97}">
      <dgm:prSet/>
      <dgm:spPr/>
      <dgm:t>
        <a:bodyPr/>
        <a:lstStyle/>
        <a:p>
          <a:endParaRPr lang="en-US"/>
        </a:p>
      </dgm:t>
    </dgm:pt>
    <dgm:pt modelId="{C45A32FC-00DB-4B7B-86CF-CC51508E54B5}">
      <dgm:prSet/>
      <dgm:spPr/>
      <dgm:t>
        <a:bodyPr/>
        <a:lstStyle/>
        <a:p>
          <a:r>
            <a:rPr lang="en-US"/>
            <a:t>Are we ready to shift from</a:t>
          </a:r>
        </a:p>
      </dgm:t>
    </dgm:pt>
    <dgm:pt modelId="{73861272-3F99-4023-916B-5C6767B38A27}" type="parTrans" cxnId="{FB143F65-E5E4-481A-8D57-A7E9713D6612}">
      <dgm:prSet/>
      <dgm:spPr/>
      <dgm:t>
        <a:bodyPr/>
        <a:lstStyle/>
        <a:p>
          <a:endParaRPr lang="en-US"/>
        </a:p>
      </dgm:t>
    </dgm:pt>
    <dgm:pt modelId="{FCD65D85-9458-4D5B-B5D1-F8C4F9BBB528}" type="sibTrans" cxnId="{FB143F65-E5E4-481A-8D57-A7E9713D6612}">
      <dgm:prSet/>
      <dgm:spPr/>
      <dgm:t>
        <a:bodyPr/>
        <a:lstStyle/>
        <a:p>
          <a:endParaRPr lang="en-US"/>
        </a:p>
      </dgm:t>
    </dgm:pt>
    <dgm:pt modelId="{FE0170EA-0897-464D-A555-84819E8A5795}">
      <dgm:prSet/>
      <dgm:spPr/>
      <dgm:t>
        <a:bodyPr/>
        <a:lstStyle/>
        <a:p>
          <a:r>
            <a:rPr lang="en-US"/>
            <a:t>reactive crisis management to</a:t>
          </a:r>
        </a:p>
      </dgm:t>
    </dgm:pt>
    <dgm:pt modelId="{D472A0E0-AF31-44F5-834D-3F0E8A591893}" type="parTrans" cxnId="{B0C3348D-3411-4713-9C55-C9C6A81BDB30}">
      <dgm:prSet/>
      <dgm:spPr/>
      <dgm:t>
        <a:bodyPr/>
        <a:lstStyle/>
        <a:p>
          <a:endParaRPr lang="en-US"/>
        </a:p>
      </dgm:t>
    </dgm:pt>
    <dgm:pt modelId="{88A739B9-8E4D-4B21-B834-AF809BCAC522}" type="sibTrans" cxnId="{B0C3348D-3411-4713-9C55-C9C6A81BDB30}">
      <dgm:prSet/>
      <dgm:spPr/>
      <dgm:t>
        <a:bodyPr/>
        <a:lstStyle/>
        <a:p>
          <a:endParaRPr lang="en-US"/>
        </a:p>
      </dgm:t>
    </dgm:pt>
    <dgm:pt modelId="{30385CDB-C961-4C87-84BE-83809FB19367}">
      <dgm:prSet/>
      <dgm:spPr/>
      <dgm:t>
        <a:bodyPr/>
        <a:lstStyle/>
        <a:p>
          <a:r>
            <a:rPr lang="en-US"/>
            <a:t>proactive workforce planning?</a:t>
          </a:r>
        </a:p>
      </dgm:t>
    </dgm:pt>
    <dgm:pt modelId="{4BE15F58-2D63-461E-AE85-9100C079D605}" type="parTrans" cxnId="{DEAF4F46-FE70-43B3-AA10-0785FAC57635}">
      <dgm:prSet/>
      <dgm:spPr/>
      <dgm:t>
        <a:bodyPr/>
        <a:lstStyle/>
        <a:p>
          <a:endParaRPr lang="en-US"/>
        </a:p>
      </dgm:t>
    </dgm:pt>
    <dgm:pt modelId="{89C04068-34A5-4D48-BF18-E62728790143}" type="sibTrans" cxnId="{DEAF4F46-FE70-43B3-AA10-0785FAC57635}">
      <dgm:prSet/>
      <dgm:spPr/>
      <dgm:t>
        <a:bodyPr/>
        <a:lstStyle/>
        <a:p>
          <a:endParaRPr lang="en-US"/>
        </a:p>
      </dgm:t>
    </dgm:pt>
    <dgm:pt modelId="{63A91355-E591-4369-B44B-216683E4FAF9}">
      <dgm:prSet/>
      <dgm:spPr/>
      <dgm:t>
        <a:bodyPr/>
        <a:lstStyle/>
        <a:p>
          <a:r>
            <a:rPr lang="en-US"/>
            <a:t>Thank you.</a:t>
          </a:r>
        </a:p>
      </dgm:t>
    </dgm:pt>
    <dgm:pt modelId="{8EB3BEB2-D15B-4278-8C49-FB5FF76475F7}" type="parTrans" cxnId="{BB6494E2-8E91-45BF-85A9-E229F7C03A81}">
      <dgm:prSet/>
      <dgm:spPr/>
      <dgm:t>
        <a:bodyPr/>
        <a:lstStyle/>
        <a:p>
          <a:endParaRPr lang="en-US"/>
        </a:p>
      </dgm:t>
    </dgm:pt>
    <dgm:pt modelId="{19ECB5C9-A2B5-4CA7-B245-212FC16B17BB}" type="sibTrans" cxnId="{BB6494E2-8E91-45BF-85A9-E229F7C03A81}">
      <dgm:prSet/>
      <dgm:spPr/>
      <dgm:t>
        <a:bodyPr/>
        <a:lstStyle/>
        <a:p>
          <a:endParaRPr lang="en-US"/>
        </a:p>
      </dgm:t>
    </dgm:pt>
    <dgm:pt modelId="{DF456959-2178-4A06-9060-C6BDF7E27D66}">
      <dgm:prSet/>
      <dgm:spPr/>
      <dgm:t>
        <a:bodyPr/>
        <a:lstStyle/>
        <a:p>
          <a:r>
            <a:rPr lang="en-US"/>
            <a:t>Questions &amp; Discussion.</a:t>
          </a:r>
        </a:p>
      </dgm:t>
    </dgm:pt>
    <dgm:pt modelId="{06F0E623-881D-47CD-BC72-F229C680EBA8}" type="parTrans" cxnId="{F32F4C70-D0A2-4542-A6D4-8A0E4717D538}">
      <dgm:prSet/>
      <dgm:spPr/>
      <dgm:t>
        <a:bodyPr/>
        <a:lstStyle/>
        <a:p>
          <a:endParaRPr lang="en-US"/>
        </a:p>
      </dgm:t>
    </dgm:pt>
    <dgm:pt modelId="{E8BA2726-6EBE-4B1E-9549-CD7CC2929F3E}" type="sibTrans" cxnId="{F32F4C70-D0A2-4542-A6D4-8A0E4717D538}">
      <dgm:prSet/>
      <dgm:spPr/>
      <dgm:t>
        <a:bodyPr/>
        <a:lstStyle/>
        <a:p>
          <a:endParaRPr lang="en-US"/>
        </a:p>
      </dgm:t>
    </dgm:pt>
    <dgm:pt modelId="{2DFD5329-1C13-42B2-9B4F-6EB43DEF589C}" type="pres">
      <dgm:prSet presAssocID="{EBA0FBC9-3932-49D4-8E8F-D277549CF0D2}" presName="diagram" presStyleCnt="0">
        <dgm:presLayoutVars>
          <dgm:dir/>
          <dgm:resizeHandles val="exact"/>
        </dgm:presLayoutVars>
      </dgm:prSet>
      <dgm:spPr/>
    </dgm:pt>
    <dgm:pt modelId="{AC7AC776-9648-47FD-BCDE-DCA802990A64}" type="pres">
      <dgm:prSet presAssocID="{79D0A592-8260-4C96-BDD1-BC5FCAC0D06C}" presName="node" presStyleLbl="node1" presStyleIdx="0" presStyleCnt="22">
        <dgm:presLayoutVars>
          <dgm:bulletEnabled val="1"/>
        </dgm:presLayoutVars>
      </dgm:prSet>
      <dgm:spPr/>
    </dgm:pt>
    <dgm:pt modelId="{11D761DC-3F47-44D6-B384-C9E8DA0576D6}" type="pres">
      <dgm:prSet presAssocID="{1C5E377C-8822-409E-849D-630B983C3960}" presName="sibTrans" presStyleCnt="0"/>
      <dgm:spPr/>
    </dgm:pt>
    <dgm:pt modelId="{5D9C00E4-8B31-4873-A94C-C22ED557D5FF}" type="pres">
      <dgm:prSet presAssocID="{80614C5B-377D-4226-8396-EE8FBE826DAA}" presName="node" presStyleLbl="node1" presStyleIdx="1" presStyleCnt="22">
        <dgm:presLayoutVars>
          <dgm:bulletEnabled val="1"/>
        </dgm:presLayoutVars>
      </dgm:prSet>
      <dgm:spPr/>
    </dgm:pt>
    <dgm:pt modelId="{A97C8EB0-DB44-4228-A24A-395E87790750}" type="pres">
      <dgm:prSet presAssocID="{159E24D0-C894-4283-85B8-C6F9F0592FB4}" presName="sibTrans" presStyleCnt="0"/>
      <dgm:spPr/>
    </dgm:pt>
    <dgm:pt modelId="{9EC2DABE-F6A3-4AE5-9D76-62E5DE92250D}" type="pres">
      <dgm:prSet presAssocID="{3FB60451-A340-431C-807C-B0EE88B9C8D9}" presName="node" presStyleLbl="node1" presStyleIdx="2" presStyleCnt="22">
        <dgm:presLayoutVars>
          <dgm:bulletEnabled val="1"/>
        </dgm:presLayoutVars>
      </dgm:prSet>
      <dgm:spPr/>
    </dgm:pt>
    <dgm:pt modelId="{FE7C22C3-B5C7-4F68-AAA8-227AA5FFFC35}" type="pres">
      <dgm:prSet presAssocID="{F700B772-6CAD-43D9-93D2-DC98E4DDE8B5}" presName="sibTrans" presStyleCnt="0"/>
      <dgm:spPr/>
    </dgm:pt>
    <dgm:pt modelId="{0CA36209-25EA-41E1-9EE7-72E6EBC1B625}" type="pres">
      <dgm:prSet presAssocID="{F7CB74A7-AA6E-44BA-A27B-E82A187961EE}" presName="node" presStyleLbl="node1" presStyleIdx="3" presStyleCnt="22">
        <dgm:presLayoutVars>
          <dgm:bulletEnabled val="1"/>
        </dgm:presLayoutVars>
      </dgm:prSet>
      <dgm:spPr/>
    </dgm:pt>
    <dgm:pt modelId="{C75095D1-ADF3-42D1-980F-B55782C8215C}" type="pres">
      <dgm:prSet presAssocID="{4BCA44CB-33EC-4D00-8CA6-E902FC7710C8}" presName="sibTrans" presStyleCnt="0"/>
      <dgm:spPr/>
    </dgm:pt>
    <dgm:pt modelId="{152D7BFD-E5A9-4FF1-ADB5-BABEFA30E3E4}" type="pres">
      <dgm:prSet presAssocID="{7755383C-9106-4F2E-A678-2471F304C678}" presName="node" presStyleLbl="node1" presStyleIdx="4" presStyleCnt="22">
        <dgm:presLayoutVars>
          <dgm:bulletEnabled val="1"/>
        </dgm:presLayoutVars>
      </dgm:prSet>
      <dgm:spPr/>
    </dgm:pt>
    <dgm:pt modelId="{8FE3A542-B885-4139-BAB1-A4F3B77E5B33}" type="pres">
      <dgm:prSet presAssocID="{7A0BD2E4-48F2-40B5-8E19-45E855B341DF}" presName="sibTrans" presStyleCnt="0"/>
      <dgm:spPr/>
    </dgm:pt>
    <dgm:pt modelId="{DC772CBA-043B-44DC-8730-635B9EFB3AAB}" type="pres">
      <dgm:prSet presAssocID="{3C030A44-7D91-4C36-BCD1-E213D20286BA}" presName="node" presStyleLbl="node1" presStyleIdx="5" presStyleCnt="22">
        <dgm:presLayoutVars>
          <dgm:bulletEnabled val="1"/>
        </dgm:presLayoutVars>
      </dgm:prSet>
      <dgm:spPr/>
    </dgm:pt>
    <dgm:pt modelId="{DEB7F504-3FD4-4F41-A716-02D2A0626B7E}" type="pres">
      <dgm:prSet presAssocID="{911E20CD-E1A1-4D6F-92F4-DE5C27C11AB9}" presName="sibTrans" presStyleCnt="0"/>
      <dgm:spPr/>
    </dgm:pt>
    <dgm:pt modelId="{85F4052E-F1C7-441F-968B-FB73802A88CF}" type="pres">
      <dgm:prSet presAssocID="{6EA1E098-9F24-44B9-9C8B-50476D23BAA1}" presName="node" presStyleLbl="node1" presStyleIdx="6" presStyleCnt="22">
        <dgm:presLayoutVars>
          <dgm:bulletEnabled val="1"/>
        </dgm:presLayoutVars>
      </dgm:prSet>
      <dgm:spPr/>
    </dgm:pt>
    <dgm:pt modelId="{7BC239B2-9D9A-444D-8553-D55633533686}" type="pres">
      <dgm:prSet presAssocID="{7AB1D254-2FE5-4291-BE4D-34A4AAEB5E1A}" presName="sibTrans" presStyleCnt="0"/>
      <dgm:spPr/>
    </dgm:pt>
    <dgm:pt modelId="{1B27BAD6-73B5-4D63-A697-E6BC48F830FF}" type="pres">
      <dgm:prSet presAssocID="{8366DA27-4BA3-41E5-A9CA-A4910B78838A}" presName="node" presStyleLbl="node1" presStyleIdx="7" presStyleCnt="22">
        <dgm:presLayoutVars>
          <dgm:bulletEnabled val="1"/>
        </dgm:presLayoutVars>
      </dgm:prSet>
      <dgm:spPr/>
    </dgm:pt>
    <dgm:pt modelId="{4E5BBCAF-6144-466F-A937-7C62FC9A7DE2}" type="pres">
      <dgm:prSet presAssocID="{46826092-25AE-48FD-B791-D6B6B46799D5}" presName="sibTrans" presStyleCnt="0"/>
      <dgm:spPr/>
    </dgm:pt>
    <dgm:pt modelId="{67704450-76C3-4D45-89A6-DF7BF64CDF5D}" type="pres">
      <dgm:prSet presAssocID="{1E00F0F7-C723-464A-B7A2-1D73A1E82BBC}" presName="node" presStyleLbl="node1" presStyleIdx="8" presStyleCnt="22">
        <dgm:presLayoutVars>
          <dgm:bulletEnabled val="1"/>
        </dgm:presLayoutVars>
      </dgm:prSet>
      <dgm:spPr/>
    </dgm:pt>
    <dgm:pt modelId="{B402A3C8-B6AA-4FCA-BE9A-E94D438DDB5A}" type="pres">
      <dgm:prSet presAssocID="{2387AB8B-0CD0-4E72-8D89-8A11A2BF3252}" presName="sibTrans" presStyleCnt="0"/>
      <dgm:spPr/>
    </dgm:pt>
    <dgm:pt modelId="{08C1FF7F-5931-48E0-8331-14048AB1DA2B}" type="pres">
      <dgm:prSet presAssocID="{95327F70-7631-4711-968C-3DD89303EE7C}" presName="node" presStyleLbl="node1" presStyleIdx="9" presStyleCnt="22">
        <dgm:presLayoutVars>
          <dgm:bulletEnabled val="1"/>
        </dgm:presLayoutVars>
      </dgm:prSet>
      <dgm:spPr/>
    </dgm:pt>
    <dgm:pt modelId="{D9B96DFB-700D-4DC0-928D-9A79602C90D9}" type="pres">
      <dgm:prSet presAssocID="{663A0F5E-465E-403E-93DA-3D4300C81189}" presName="sibTrans" presStyleCnt="0"/>
      <dgm:spPr/>
    </dgm:pt>
    <dgm:pt modelId="{F3788732-3494-4C84-915D-E345383F6519}" type="pres">
      <dgm:prSet presAssocID="{FC585B27-CAF3-4380-AF9E-16CF03615847}" presName="node" presStyleLbl="node1" presStyleIdx="10" presStyleCnt="22">
        <dgm:presLayoutVars>
          <dgm:bulletEnabled val="1"/>
        </dgm:presLayoutVars>
      </dgm:prSet>
      <dgm:spPr/>
    </dgm:pt>
    <dgm:pt modelId="{B0EFF4F5-1FFD-4389-8FBC-7F31A6EF833A}" type="pres">
      <dgm:prSet presAssocID="{82A76998-3651-45B0-99D1-A57A85C2957B}" presName="sibTrans" presStyleCnt="0"/>
      <dgm:spPr/>
    </dgm:pt>
    <dgm:pt modelId="{1D945255-8252-46ED-89DD-BDDE4E2AECF0}" type="pres">
      <dgm:prSet presAssocID="{7D45630C-B168-41D0-B65C-BC27B76DFD1E}" presName="node" presStyleLbl="node1" presStyleIdx="11" presStyleCnt="22">
        <dgm:presLayoutVars>
          <dgm:bulletEnabled val="1"/>
        </dgm:presLayoutVars>
      </dgm:prSet>
      <dgm:spPr/>
    </dgm:pt>
    <dgm:pt modelId="{D986E13F-10ED-4FFF-915E-4EFBBE33B4C4}" type="pres">
      <dgm:prSet presAssocID="{D6078531-D138-40FA-83B4-AEBC0BED966C}" presName="sibTrans" presStyleCnt="0"/>
      <dgm:spPr/>
    </dgm:pt>
    <dgm:pt modelId="{81A1EAE7-FB03-48C0-8D94-1777BFA32853}" type="pres">
      <dgm:prSet presAssocID="{A260FE4D-5A81-4722-A92A-E3F6D420546C}" presName="node" presStyleLbl="node1" presStyleIdx="12" presStyleCnt="22">
        <dgm:presLayoutVars>
          <dgm:bulletEnabled val="1"/>
        </dgm:presLayoutVars>
      </dgm:prSet>
      <dgm:spPr/>
    </dgm:pt>
    <dgm:pt modelId="{5594C9F9-A634-445C-9EA3-6A6E9BE7DE5F}" type="pres">
      <dgm:prSet presAssocID="{BF1F3A16-06B0-4988-B6B6-023409097255}" presName="sibTrans" presStyleCnt="0"/>
      <dgm:spPr/>
    </dgm:pt>
    <dgm:pt modelId="{0FBC9C34-C444-400F-98C6-D6FB23529E08}" type="pres">
      <dgm:prSet presAssocID="{4FC38ABA-4C13-4F2A-A04A-1B0CC6CA5D89}" presName="node" presStyleLbl="node1" presStyleIdx="13" presStyleCnt="22">
        <dgm:presLayoutVars>
          <dgm:bulletEnabled val="1"/>
        </dgm:presLayoutVars>
      </dgm:prSet>
      <dgm:spPr/>
    </dgm:pt>
    <dgm:pt modelId="{E4D4BE0B-3DD4-46A7-A1B5-D02B65B50826}" type="pres">
      <dgm:prSet presAssocID="{EF668902-C128-421F-8A47-DF76025A1281}" presName="sibTrans" presStyleCnt="0"/>
      <dgm:spPr/>
    </dgm:pt>
    <dgm:pt modelId="{6BCE08E3-5DEA-46F7-B95C-627EC0308478}" type="pres">
      <dgm:prSet presAssocID="{F77E4E97-E1DC-43C2-8329-FD4C61C935A6}" presName="node" presStyleLbl="node1" presStyleIdx="14" presStyleCnt="22">
        <dgm:presLayoutVars>
          <dgm:bulletEnabled val="1"/>
        </dgm:presLayoutVars>
      </dgm:prSet>
      <dgm:spPr/>
    </dgm:pt>
    <dgm:pt modelId="{DAA339B0-54BB-408B-90C0-E535B7BCE496}" type="pres">
      <dgm:prSet presAssocID="{71A91E89-D300-45B9-9985-8A88DEBF81C2}" presName="sibTrans" presStyleCnt="0"/>
      <dgm:spPr/>
    </dgm:pt>
    <dgm:pt modelId="{FDC6B573-C569-4171-B477-D71C5EBF6719}" type="pres">
      <dgm:prSet presAssocID="{C5C8667F-13DB-4AC4-AF36-BB3341F6FFB8}" presName="node" presStyleLbl="node1" presStyleIdx="15" presStyleCnt="22">
        <dgm:presLayoutVars>
          <dgm:bulletEnabled val="1"/>
        </dgm:presLayoutVars>
      </dgm:prSet>
      <dgm:spPr/>
    </dgm:pt>
    <dgm:pt modelId="{D029FA91-612C-456B-B60B-AA8FE9C26C10}" type="pres">
      <dgm:prSet presAssocID="{E317FF45-BDBE-4A61-AE63-163BB83E2235}" presName="sibTrans" presStyleCnt="0"/>
      <dgm:spPr/>
    </dgm:pt>
    <dgm:pt modelId="{BA7651A6-3A1A-4ECF-A138-D35507719E3D}" type="pres">
      <dgm:prSet presAssocID="{ACED9900-FAC8-4947-A8AF-1264695C6C33}" presName="node" presStyleLbl="node1" presStyleIdx="16" presStyleCnt="22">
        <dgm:presLayoutVars>
          <dgm:bulletEnabled val="1"/>
        </dgm:presLayoutVars>
      </dgm:prSet>
      <dgm:spPr/>
    </dgm:pt>
    <dgm:pt modelId="{9C10D85B-E887-40BE-80C7-FE372CA9ABAC}" type="pres">
      <dgm:prSet presAssocID="{14E296D8-E9E9-4EF2-909B-93EE53AFCD12}" presName="sibTrans" presStyleCnt="0"/>
      <dgm:spPr/>
    </dgm:pt>
    <dgm:pt modelId="{54B5FE35-538D-4001-A946-AF5626FA24CB}" type="pres">
      <dgm:prSet presAssocID="{C45A32FC-00DB-4B7B-86CF-CC51508E54B5}" presName="node" presStyleLbl="node1" presStyleIdx="17" presStyleCnt="22">
        <dgm:presLayoutVars>
          <dgm:bulletEnabled val="1"/>
        </dgm:presLayoutVars>
      </dgm:prSet>
      <dgm:spPr/>
    </dgm:pt>
    <dgm:pt modelId="{0A95BCF8-ADFB-403A-9F86-A81D60C0FA44}" type="pres">
      <dgm:prSet presAssocID="{FCD65D85-9458-4D5B-B5D1-F8C4F9BBB528}" presName="sibTrans" presStyleCnt="0"/>
      <dgm:spPr/>
    </dgm:pt>
    <dgm:pt modelId="{CF4A0294-3BC5-4F97-BA29-D64D21994C50}" type="pres">
      <dgm:prSet presAssocID="{FE0170EA-0897-464D-A555-84819E8A5795}" presName="node" presStyleLbl="node1" presStyleIdx="18" presStyleCnt="22">
        <dgm:presLayoutVars>
          <dgm:bulletEnabled val="1"/>
        </dgm:presLayoutVars>
      </dgm:prSet>
      <dgm:spPr/>
    </dgm:pt>
    <dgm:pt modelId="{81E87962-2545-4292-BC5C-AA40D040BBD6}" type="pres">
      <dgm:prSet presAssocID="{88A739B9-8E4D-4B21-B834-AF809BCAC522}" presName="sibTrans" presStyleCnt="0"/>
      <dgm:spPr/>
    </dgm:pt>
    <dgm:pt modelId="{4AE0DDA0-8F69-4704-93D1-6FAC0AD69008}" type="pres">
      <dgm:prSet presAssocID="{30385CDB-C961-4C87-84BE-83809FB19367}" presName="node" presStyleLbl="node1" presStyleIdx="19" presStyleCnt="22">
        <dgm:presLayoutVars>
          <dgm:bulletEnabled val="1"/>
        </dgm:presLayoutVars>
      </dgm:prSet>
      <dgm:spPr/>
    </dgm:pt>
    <dgm:pt modelId="{B0ED3F0B-64B4-4D75-B477-87AF29653757}" type="pres">
      <dgm:prSet presAssocID="{89C04068-34A5-4D48-BF18-E62728790143}" presName="sibTrans" presStyleCnt="0"/>
      <dgm:spPr/>
    </dgm:pt>
    <dgm:pt modelId="{D804884F-ACD9-4C09-9AF4-D0D461EBB368}" type="pres">
      <dgm:prSet presAssocID="{63A91355-E591-4369-B44B-216683E4FAF9}" presName="node" presStyleLbl="node1" presStyleIdx="20" presStyleCnt="22">
        <dgm:presLayoutVars>
          <dgm:bulletEnabled val="1"/>
        </dgm:presLayoutVars>
      </dgm:prSet>
      <dgm:spPr/>
    </dgm:pt>
    <dgm:pt modelId="{85869F78-9C4F-4499-891A-D05BB9AA849A}" type="pres">
      <dgm:prSet presAssocID="{19ECB5C9-A2B5-4CA7-B245-212FC16B17BB}" presName="sibTrans" presStyleCnt="0"/>
      <dgm:spPr/>
    </dgm:pt>
    <dgm:pt modelId="{DE3FB91F-1353-4D4D-B027-B42D3A66BE70}" type="pres">
      <dgm:prSet presAssocID="{DF456959-2178-4A06-9060-C6BDF7E27D66}" presName="node" presStyleLbl="node1" presStyleIdx="21" presStyleCnt="22">
        <dgm:presLayoutVars>
          <dgm:bulletEnabled val="1"/>
        </dgm:presLayoutVars>
      </dgm:prSet>
      <dgm:spPr/>
    </dgm:pt>
  </dgm:ptLst>
  <dgm:cxnLst>
    <dgm:cxn modelId="{3F1C5D00-95CA-420E-A697-51B17CCAAE86}" srcId="{EBA0FBC9-3932-49D4-8E8F-D277549CF0D2}" destId="{80614C5B-377D-4226-8396-EE8FBE826DAA}" srcOrd="1" destOrd="0" parTransId="{F4BF0C0F-71D1-44DD-A376-B3BACB40692C}" sibTransId="{159E24D0-C894-4283-85B8-C6F9F0592FB4}"/>
    <dgm:cxn modelId="{DFBBAE05-F2D2-49B8-905E-6B133A138F89}" srcId="{EBA0FBC9-3932-49D4-8E8F-D277549CF0D2}" destId="{7755383C-9106-4F2E-A678-2471F304C678}" srcOrd="4" destOrd="0" parTransId="{8588A586-68D7-4E71-B3FB-1E1C8C5CF070}" sibTransId="{7A0BD2E4-48F2-40B5-8E19-45E855B341DF}"/>
    <dgm:cxn modelId="{5A35690A-1457-47F4-9B16-9D7CEB440E48}" srcId="{EBA0FBC9-3932-49D4-8E8F-D277549CF0D2}" destId="{3C030A44-7D91-4C36-BCD1-E213D20286BA}" srcOrd="5" destOrd="0" parTransId="{19123729-603D-462D-B1BA-95F7E3F4114C}" sibTransId="{911E20CD-E1A1-4D6F-92F4-DE5C27C11AB9}"/>
    <dgm:cxn modelId="{FA4E9310-3924-4C84-B860-3792E452FD34}" type="presOf" srcId="{30385CDB-C961-4C87-84BE-83809FB19367}" destId="{4AE0DDA0-8F69-4704-93D1-6FAC0AD69008}" srcOrd="0" destOrd="0" presId="urn:microsoft.com/office/officeart/2005/8/layout/default"/>
    <dgm:cxn modelId="{89E4AD12-1DE9-4F86-B96A-4BA67D091195}" type="presOf" srcId="{6EA1E098-9F24-44B9-9C8B-50476D23BAA1}" destId="{85F4052E-F1C7-441F-968B-FB73802A88CF}" srcOrd="0" destOrd="0" presId="urn:microsoft.com/office/officeart/2005/8/layout/default"/>
    <dgm:cxn modelId="{130E201D-D064-4988-9DC9-932B690234CD}" type="presOf" srcId="{79D0A592-8260-4C96-BDD1-BC5FCAC0D06C}" destId="{AC7AC776-9648-47FD-BCDE-DCA802990A64}" srcOrd="0" destOrd="0" presId="urn:microsoft.com/office/officeart/2005/8/layout/default"/>
    <dgm:cxn modelId="{AAFBC020-9694-4B4A-9467-FE6738E5EBDA}" type="presOf" srcId="{8366DA27-4BA3-41E5-A9CA-A4910B78838A}" destId="{1B27BAD6-73B5-4D63-A697-E6BC48F830FF}" srcOrd="0" destOrd="0" presId="urn:microsoft.com/office/officeart/2005/8/layout/default"/>
    <dgm:cxn modelId="{7C8AD325-A082-4A4F-B4EC-DC19FD056C9D}" srcId="{EBA0FBC9-3932-49D4-8E8F-D277549CF0D2}" destId="{4FC38ABA-4C13-4F2A-A04A-1B0CC6CA5D89}" srcOrd="13" destOrd="0" parTransId="{C1326A6A-84E3-480A-8885-33CF163E417F}" sibTransId="{EF668902-C128-421F-8A47-DF76025A1281}"/>
    <dgm:cxn modelId="{DA912028-BBBD-4674-841B-C19DE5DFCB26}" type="presOf" srcId="{A260FE4D-5A81-4722-A92A-E3F6D420546C}" destId="{81A1EAE7-FB03-48C0-8D94-1777BFA32853}" srcOrd="0" destOrd="0" presId="urn:microsoft.com/office/officeart/2005/8/layout/default"/>
    <dgm:cxn modelId="{F417062A-5572-4A7D-8FB3-A68C4CCD9237}" srcId="{EBA0FBC9-3932-49D4-8E8F-D277549CF0D2}" destId="{A260FE4D-5A81-4722-A92A-E3F6D420546C}" srcOrd="12" destOrd="0" parTransId="{BC59F890-F080-4796-8BA3-1545D4155DE3}" sibTransId="{BF1F3A16-06B0-4988-B6B6-023409097255}"/>
    <dgm:cxn modelId="{6E404434-F571-439D-A229-1D25F7584D75}" srcId="{EBA0FBC9-3932-49D4-8E8F-D277549CF0D2}" destId="{F77E4E97-E1DC-43C2-8329-FD4C61C935A6}" srcOrd="14" destOrd="0" parTransId="{8E11D9C8-9BC9-44EB-83FA-EA633F8D1981}" sibTransId="{71A91E89-D300-45B9-9985-8A88DEBF81C2}"/>
    <dgm:cxn modelId="{F9488140-4A67-4FD6-A0B4-90D87B70967A}" type="presOf" srcId="{7755383C-9106-4F2E-A678-2471F304C678}" destId="{152D7BFD-E5A9-4FF1-ADB5-BABEFA30E3E4}" srcOrd="0" destOrd="0" presId="urn:microsoft.com/office/officeart/2005/8/layout/default"/>
    <dgm:cxn modelId="{FB143F65-E5E4-481A-8D57-A7E9713D6612}" srcId="{EBA0FBC9-3932-49D4-8E8F-D277549CF0D2}" destId="{C45A32FC-00DB-4B7B-86CF-CC51508E54B5}" srcOrd="17" destOrd="0" parTransId="{73861272-3F99-4023-916B-5C6767B38A27}" sibTransId="{FCD65D85-9458-4D5B-B5D1-F8C4F9BBB528}"/>
    <dgm:cxn modelId="{DEAF4F46-FE70-43B3-AA10-0785FAC57635}" srcId="{EBA0FBC9-3932-49D4-8E8F-D277549CF0D2}" destId="{30385CDB-C961-4C87-84BE-83809FB19367}" srcOrd="19" destOrd="0" parTransId="{4BE15F58-2D63-461E-AE85-9100C079D605}" sibTransId="{89C04068-34A5-4D48-BF18-E62728790143}"/>
    <dgm:cxn modelId="{15BE7346-83F8-41C2-B7B5-2E829388E408}" type="presOf" srcId="{C5C8667F-13DB-4AC4-AF36-BB3341F6FFB8}" destId="{FDC6B573-C569-4171-B477-D71C5EBF6719}" srcOrd="0" destOrd="0" presId="urn:microsoft.com/office/officeart/2005/8/layout/default"/>
    <dgm:cxn modelId="{44C77566-3FFF-4624-A7B4-FD5FD740FDDD}" type="presOf" srcId="{FC585B27-CAF3-4380-AF9E-16CF03615847}" destId="{F3788732-3494-4C84-915D-E345383F6519}" srcOrd="0" destOrd="0" presId="urn:microsoft.com/office/officeart/2005/8/layout/default"/>
    <dgm:cxn modelId="{9674CB4A-CCA2-427D-A4B5-3B544D97A5AE}" type="presOf" srcId="{DF456959-2178-4A06-9060-C6BDF7E27D66}" destId="{DE3FB91F-1353-4D4D-B027-B42D3A66BE70}" srcOrd="0" destOrd="0" presId="urn:microsoft.com/office/officeart/2005/8/layout/default"/>
    <dgm:cxn modelId="{0C57B16D-CE2F-4170-B08A-2D79D533F539}" type="presOf" srcId="{63A91355-E591-4369-B44B-216683E4FAF9}" destId="{D804884F-ACD9-4C09-9AF4-D0D461EBB368}" srcOrd="0" destOrd="0" presId="urn:microsoft.com/office/officeart/2005/8/layout/default"/>
    <dgm:cxn modelId="{F32F4C70-D0A2-4542-A6D4-8A0E4717D538}" srcId="{EBA0FBC9-3932-49D4-8E8F-D277549CF0D2}" destId="{DF456959-2178-4A06-9060-C6BDF7E27D66}" srcOrd="21" destOrd="0" parTransId="{06F0E623-881D-47CD-BC72-F229C680EBA8}" sibTransId="{E8BA2726-6EBE-4B1E-9549-CD7CC2929F3E}"/>
    <dgm:cxn modelId="{E09BAF51-4A0C-465F-9BDA-ADAE4A3BB1CD}" type="presOf" srcId="{7D45630C-B168-41D0-B65C-BC27B76DFD1E}" destId="{1D945255-8252-46ED-89DD-BDDE4E2AECF0}" srcOrd="0" destOrd="0" presId="urn:microsoft.com/office/officeart/2005/8/layout/default"/>
    <dgm:cxn modelId="{986DD977-4AE2-4B15-8E94-69D6A0152FC2}" type="presOf" srcId="{C45A32FC-00DB-4B7B-86CF-CC51508E54B5}" destId="{54B5FE35-538D-4001-A946-AF5626FA24CB}" srcOrd="0" destOrd="0" presId="urn:microsoft.com/office/officeart/2005/8/layout/default"/>
    <dgm:cxn modelId="{56BAF783-3D71-42B2-9E58-EBB8A5A029D3}" type="presOf" srcId="{F7CB74A7-AA6E-44BA-A27B-E82A187961EE}" destId="{0CA36209-25EA-41E1-9EE7-72E6EBC1B625}" srcOrd="0" destOrd="0" presId="urn:microsoft.com/office/officeart/2005/8/layout/default"/>
    <dgm:cxn modelId="{9CE80C84-3ECE-43B4-B7E7-571BBCB4ACD4}" type="presOf" srcId="{EBA0FBC9-3932-49D4-8E8F-D277549CF0D2}" destId="{2DFD5329-1C13-42B2-9B4F-6EB43DEF589C}" srcOrd="0" destOrd="0" presId="urn:microsoft.com/office/officeart/2005/8/layout/default"/>
    <dgm:cxn modelId="{6A20FE86-60A1-4AFB-9E01-9A15A3758FDD}" srcId="{EBA0FBC9-3932-49D4-8E8F-D277549CF0D2}" destId="{C5C8667F-13DB-4AC4-AF36-BB3341F6FFB8}" srcOrd="15" destOrd="0" parTransId="{449F2F44-85ED-427B-A21F-B33A84073F55}" sibTransId="{E317FF45-BDBE-4A61-AE63-163BB83E2235}"/>
    <dgm:cxn modelId="{33FA0C88-D98F-4AFD-9614-D5E101C6E87D}" type="presOf" srcId="{3C030A44-7D91-4C36-BCD1-E213D20286BA}" destId="{DC772CBA-043B-44DC-8730-635B9EFB3AAB}" srcOrd="0" destOrd="0" presId="urn:microsoft.com/office/officeart/2005/8/layout/default"/>
    <dgm:cxn modelId="{B0C3348D-3411-4713-9C55-C9C6A81BDB30}" srcId="{EBA0FBC9-3932-49D4-8E8F-D277549CF0D2}" destId="{FE0170EA-0897-464D-A555-84819E8A5795}" srcOrd="18" destOrd="0" parTransId="{D472A0E0-AF31-44F5-834D-3F0E8A591893}" sibTransId="{88A739B9-8E4D-4B21-B834-AF809BCAC522}"/>
    <dgm:cxn modelId="{FB41D696-728B-4B1C-99A4-8002C641178D}" type="presOf" srcId="{3FB60451-A340-431C-807C-B0EE88B9C8D9}" destId="{9EC2DABE-F6A3-4AE5-9D76-62E5DE92250D}" srcOrd="0" destOrd="0" presId="urn:microsoft.com/office/officeart/2005/8/layout/default"/>
    <dgm:cxn modelId="{4A5A8698-678C-4539-8F0F-7793557496F8}" type="presOf" srcId="{80614C5B-377D-4226-8396-EE8FBE826DAA}" destId="{5D9C00E4-8B31-4873-A94C-C22ED557D5FF}" srcOrd="0" destOrd="0" presId="urn:microsoft.com/office/officeart/2005/8/layout/default"/>
    <dgm:cxn modelId="{D392DA98-B6C7-43E5-835E-F65EAAFB5E59}" type="presOf" srcId="{1E00F0F7-C723-464A-B7A2-1D73A1E82BBC}" destId="{67704450-76C3-4D45-89A6-DF7BF64CDF5D}" srcOrd="0" destOrd="0" presId="urn:microsoft.com/office/officeart/2005/8/layout/default"/>
    <dgm:cxn modelId="{D6F88E9C-957D-4C80-ABAC-401748ED4E97}" srcId="{EBA0FBC9-3932-49D4-8E8F-D277549CF0D2}" destId="{ACED9900-FAC8-4947-A8AF-1264695C6C33}" srcOrd="16" destOrd="0" parTransId="{A9438273-4071-4777-B096-824EFA6EB5CB}" sibTransId="{14E296D8-E9E9-4EF2-909B-93EE53AFCD12}"/>
    <dgm:cxn modelId="{17F2BF9C-7F07-43AA-96F8-15B90FC3F146}" type="presOf" srcId="{F77E4E97-E1DC-43C2-8329-FD4C61C935A6}" destId="{6BCE08E3-5DEA-46F7-B95C-627EC0308478}" srcOrd="0" destOrd="0" presId="urn:microsoft.com/office/officeart/2005/8/layout/default"/>
    <dgm:cxn modelId="{B5C921A4-1618-42A8-A416-BE9062A693A9}" srcId="{EBA0FBC9-3932-49D4-8E8F-D277549CF0D2}" destId="{3FB60451-A340-431C-807C-B0EE88B9C8D9}" srcOrd="2" destOrd="0" parTransId="{A6F159D9-07B9-46FE-94ED-90892419B1AB}" sibTransId="{F700B772-6CAD-43D9-93D2-DC98E4DDE8B5}"/>
    <dgm:cxn modelId="{8CDD7AB4-D8AB-40BA-8720-9E7602A279DC}" type="presOf" srcId="{95327F70-7631-4711-968C-3DD89303EE7C}" destId="{08C1FF7F-5931-48E0-8331-14048AB1DA2B}" srcOrd="0" destOrd="0" presId="urn:microsoft.com/office/officeart/2005/8/layout/default"/>
    <dgm:cxn modelId="{3D9E07B5-0CAE-443E-A574-17CECB2E1C76}" srcId="{EBA0FBC9-3932-49D4-8E8F-D277549CF0D2}" destId="{8366DA27-4BA3-41E5-A9CA-A4910B78838A}" srcOrd="7" destOrd="0" parTransId="{4A5178FF-004B-4641-80CD-2D908BF0B425}" sibTransId="{46826092-25AE-48FD-B791-D6B6B46799D5}"/>
    <dgm:cxn modelId="{0F3BD1C2-6A0A-4A1B-89A3-48B266A57C89}" type="presOf" srcId="{FE0170EA-0897-464D-A555-84819E8A5795}" destId="{CF4A0294-3BC5-4F97-BA29-D64D21994C50}" srcOrd="0" destOrd="0" presId="urn:microsoft.com/office/officeart/2005/8/layout/default"/>
    <dgm:cxn modelId="{B4DBA0C5-06E1-4E31-AC9E-7A5149E6C9CE}" type="presOf" srcId="{ACED9900-FAC8-4947-A8AF-1264695C6C33}" destId="{BA7651A6-3A1A-4ECF-A138-D35507719E3D}" srcOrd="0" destOrd="0" presId="urn:microsoft.com/office/officeart/2005/8/layout/default"/>
    <dgm:cxn modelId="{97217FCD-9F60-47C0-B9E2-83B016E6787D}" srcId="{EBA0FBC9-3932-49D4-8E8F-D277549CF0D2}" destId="{7D45630C-B168-41D0-B65C-BC27B76DFD1E}" srcOrd="11" destOrd="0" parTransId="{511F1189-D51F-429D-A29B-50D2F8427E9A}" sibTransId="{D6078531-D138-40FA-83B4-AEBC0BED966C}"/>
    <dgm:cxn modelId="{9DB59FCE-F90C-490B-BEC7-0D4138FB9012}" srcId="{EBA0FBC9-3932-49D4-8E8F-D277549CF0D2}" destId="{1E00F0F7-C723-464A-B7A2-1D73A1E82BBC}" srcOrd="8" destOrd="0" parTransId="{A816A159-F008-4AB1-A92F-3F72DBEFE258}" sibTransId="{2387AB8B-0CD0-4E72-8D89-8A11A2BF3252}"/>
    <dgm:cxn modelId="{9BB22DD5-31BA-44AF-AA40-5DD2F5373054}" srcId="{EBA0FBC9-3932-49D4-8E8F-D277549CF0D2}" destId="{95327F70-7631-4711-968C-3DD89303EE7C}" srcOrd="9" destOrd="0" parTransId="{EFE2ABBC-7738-4BC2-8726-9C6474CD4D5F}" sibTransId="{663A0F5E-465E-403E-93DA-3D4300C81189}"/>
    <dgm:cxn modelId="{26E953D8-34BA-404B-BA69-9C8268413F1C}" srcId="{EBA0FBC9-3932-49D4-8E8F-D277549CF0D2}" destId="{6EA1E098-9F24-44B9-9C8B-50476D23BAA1}" srcOrd="6" destOrd="0" parTransId="{FBCDF3FE-90CB-4571-B7D7-8F63F79CFB1C}" sibTransId="{7AB1D254-2FE5-4291-BE4D-34A4AAEB5E1A}"/>
    <dgm:cxn modelId="{6348E9D9-8D02-41ED-ADFD-E0F72CF8898D}" srcId="{EBA0FBC9-3932-49D4-8E8F-D277549CF0D2}" destId="{F7CB74A7-AA6E-44BA-A27B-E82A187961EE}" srcOrd="3" destOrd="0" parTransId="{3F93C8F7-4752-4DC2-B7C7-0228D1ED227E}" sibTransId="{4BCA44CB-33EC-4D00-8CA6-E902FC7710C8}"/>
    <dgm:cxn modelId="{A0D9D9DF-F971-431D-A214-060C1518E90E}" type="presOf" srcId="{4FC38ABA-4C13-4F2A-A04A-1B0CC6CA5D89}" destId="{0FBC9C34-C444-400F-98C6-D6FB23529E08}" srcOrd="0" destOrd="0" presId="urn:microsoft.com/office/officeart/2005/8/layout/default"/>
    <dgm:cxn modelId="{BB6494E2-8E91-45BF-85A9-E229F7C03A81}" srcId="{EBA0FBC9-3932-49D4-8E8F-D277549CF0D2}" destId="{63A91355-E591-4369-B44B-216683E4FAF9}" srcOrd="20" destOrd="0" parTransId="{8EB3BEB2-D15B-4278-8C49-FB5FF76475F7}" sibTransId="{19ECB5C9-A2B5-4CA7-B245-212FC16B17BB}"/>
    <dgm:cxn modelId="{E7407CEA-C55E-41CB-A8DF-7D857BD1B490}" srcId="{EBA0FBC9-3932-49D4-8E8F-D277549CF0D2}" destId="{79D0A592-8260-4C96-BDD1-BC5FCAC0D06C}" srcOrd="0" destOrd="0" parTransId="{5723952F-D471-4912-8122-A32CE9E0ABA4}" sibTransId="{1C5E377C-8822-409E-849D-630B983C3960}"/>
    <dgm:cxn modelId="{9623DEF1-E835-4A3B-B405-42B82A28CEF3}" srcId="{EBA0FBC9-3932-49D4-8E8F-D277549CF0D2}" destId="{FC585B27-CAF3-4380-AF9E-16CF03615847}" srcOrd="10" destOrd="0" parTransId="{E0A4B15F-0DEB-4FBB-8B65-B61C1C88C0EF}" sibTransId="{82A76998-3651-45B0-99D1-A57A85C2957B}"/>
    <dgm:cxn modelId="{ED7E9A91-F53D-452D-8F37-5AEAE7D25B0B}" type="presParOf" srcId="{2DFD5329-1C13-42B2-9B4F-6EB43DEF589C}" destId="{AC7AC776-9648-47FD-BCDE-DCA802990A64}" srcOrd="0" destOrd="0" presId="urn:microsoft.com/office/officeart/2005/8/layout/default"/>
    <dgm:cxn modelId="{2E40F640-BEFA-48BC-B355-69969A782249}" type="presParOf" srcId="{2DFD5329-1C13-42B2-9B4F-6EB43DEF589C}" destId="{11D761DC-3F47-44D6-B384-C9E8DA0576D6}" srcOrd="1" destOrd="0" presId="urn:microsoft.com/office/officeart/2005/8/layout/default"/>
    <dgm:cxn modelId="{6C3813F4-D87A-41DF-8363-AD63DC403FE5}" type="presParOf" srcId="{2DFD5329-1C13-42B2-9B4F-6EB43DEF589C}" destId="{5D9C00E4-8B31-4873-A94C-C22ED557D5FF}" srcOrd="2" destOrd="0" presId="urn:microsoft.com/office/officeart/2005/8/layout/default"/>
    <dgm:cxn modelId="{189138B5-C6B1-4414-B065-302A0E90F634}" type="presParOf" srcId="{2DFD5329-1C13-42B2-9B4F-6EB43DEF589C}" destId="{A97C8EB0-DB44-4228-A24A-395E87790750}" srcOrd="3" destOrd="0" presId="urn:microsoft.com/office/officeart/2005/8/layout/default"/>
    <dgm:cxn modelId="{4444FB19-DC69-4DCD-B542-D93ADF48716F}" type="presParOf" srcId="{2DFD5329-1C13-42B2-9B4F-6EB43DEF589C}" destId="{9EC2DABE-F6A3-4AE5-9D76-62E5DE92250D}" srcOrd="4" destOrd="0" presId="urn:microsoft.com/office/officeart/2005/8/layout/default"/>
    <dgm:cxn modelId="{570F113B-6D1E-492E-BB91-CEC9EB273EFC}" type="presParOf" srcId="{2DFD5329-1C13-42B2-9B4F-6EB43DEF589C}" destId="{FE7C22C3-B5C7-4F68-AAA8-227AA5FFFC35}" srcOrd="5" destOrd="0" presId="urn:microsoft.com/office/officeart/2005/8/layout/default"/>
    <dgm:cxn modelId="{5465490E-3276-4167-80BE-2244C6CF6A21}" type="presParOf" srcId="{2DFD5329-1C13-42B2-9B4F-6EB43DEF589C}" destId="{0CA36209-25EA-41E1-9EE7-72E6EBC1B625}" srcOrd="6" destOrd="0" presId="urn:microsoft.com/office/officeart/2005/8/layout/default"/>
    <dgm:cxn modelId="{9A55C19B-CDFD-4635-9DE8-E6195A0E0DA6}" type="presParOf" srcId="{2DFD5329-1C13-42B2-9B4F-6EB43DEF589C}" destId="{C75095D1-ADF3-42D1-980F-B55782C8215C}" srcOrd="7" destOrd="0" presId="urn:microsoft.com/office/officeart/2005/8/layout/default"/>
    <dgm:cxn modelId="{29A6A14A-3DFE-47C2-8044-80F2D73BD7B8}" type="presParOf" srcId="{2DFD5329-1C13-42B2-9B4F-6EB43DEF589C}" destId="{152D7BFD-E5A9-4FF1-ADB5-BABEFA30E3E4}" srcOrd="8" destOrd="0" presId="urn:microsoft.com/office/officeart/2005/8/layout/default"/>
    <dgm:cxn modelId="{A20865FF-69AD-4D67-AB5F-53F9FB5170D3}" type="presParOf" srcId="{2DFD5329-1C13-42B2-9B4F-6EB43DEF589C}" destId="{8FE3A542-B885-4139-BAB1-A4F3B77E5B33}" srcOrd="9" destOrd="0" presId="urn:microsoft.com/office/officeart/2005/8/layout/default"/>
    <dgm:cxn modelId="{1F5A3D5F-8B3F-4D05-BD2B-0DB0BBC50769}" type="presParOf" srcId="{2DFD5329-1C13-42B2-9B4F-6EB43DEF589C}" destId="{DC772CBA-043B-44DC-8730-635B9EFB3AAB}" srcOrd="10" destOrd="0" presId="urn:microsoft.com/office/officeart/2005/8/layout/default"/>
    <dgm:cxn modelId="{B1389D8B-B7C1-41E3-A0BC-8AA542019AC4}" type="presParOf" srcId="{2DFD5329-1C13-42B2-9B4F-6EB43DEF589C}" destId="{DEB7F504-3FD4-4F41-A716-02D2A0626B7E}" srcOrd="11" destOrd="0" presId="urn:microsoft.com/office/officeart/2005/8/layout/default"/>
    <dgm:cxn modelId="{BD2A1C83-C05C-411E-92D1-3076A52EAC67}" type="presParOf" srcId="{2DFD5329-1C13-42B2-9B4F-6EB43DEF589C}" destId="{85F4052E-F1C7-441F-968B-FB73802A88CF}" srcOrd="12" destOrd="0" presId="urn:microsoft.com/office/officeart/2005/8/layout/default"/>
    <dgm:cxn modelId="{AB634AFA-EA9C-4278-9274-48C3BE3848A0}" type="presParOf" srcId="{2DFD5329-1C13-42B2-9B4F-6EB43DEF589C}" destId="{7BC239B2-9D9A-444D-8553-D55633533686}" srcOrd="13" destOrd="0" presId="urn:microsoft.com/office/officeart/2005/8/layout/default"/>
    <dgm:cxn modelId="{304375B0-E853-44DC-B724-916077E67A6C}" type="presParOf" srcId="{2DFD5329-1C13-42B2-9B4F-6EB43DEF589C}" destId="{1B27BAD6-73B5-4D63-A697-E6BC48F830FF}" srcOrd="14" destOrd="0" presId="urn:microsoft.com/office/officeart/2005/8/layout/default"/>
    <dgm:cxn modelId="{4F039B17-572C-4079-B422-DBF6B3E1D210}" type="presParOf" srcId="{2DFD5329-1C13-42B2-9B4F-6EB43DEF589C}" destId="{4E5BBCAF-6144-466F-A937-7C62FC9A7DE2}" srcOrd="15" destOrd="0" presId="urn:microsoft.com/office/officeart/2005/8/layout/default"/>
    <dgm:cxn modelId="{03F72ABC-7659-4D0B-B90F-0D14D6B3D397}" type="presParOf" srcId="{2DFD5329-1C13-42B2-9B4F-6EB43DEF589C}" destId="{67704450-76C3-4D45-89A6-DF7BF64CDF5D}" srcOrd="16" destOrd="0" presId="urn:microsoft.com/office/officeart/2005/8/layout/default"/>
    <dgm:cxn modelId="{875FD72C-CC4F-486A-892A-1C426C87D755}" type="presParOf" srcId="{2DFD5329-1C13-42B2-9B4F-6EB43DEF589C}" destId="{B402A3C8-B6AA-4FCA-BE9A-E94D438DDB5A}" srcOrd="17" destOrd="0" presId="urn:microsoft.com/office/officeart/2005/8/layout/default"/>
    <dgm:cxn modelId="{A6E568A4-C53C-44B5-842A-3919C4A75238}" type="presParOf" srcId="{2DFD5329-1C13-42B2-9B4F-6EB43DEF589C}" destId="{08C1FF7F-5931-48E0-8331-14048AB1DA2B}" srcOrd="18" destOrd="0" presId="urn:microsoft.com/office/officeart/2005/8/layout/default"/>
    <dgm:cxn modelId="{774DAC4C-03E3-406E-B57C-CA13EACC312D}" type="presParOf" srcId="{2DFD5329-1C13-42B2-9B4F-6EB43DEF589C}" destId="{D9B96DFB-700D-4DC0-928D-9A79602C90D9}" srcOrd="19" destOrd="0" presId="urn:microsoft.com/office/officeart/2005/8/layout/default"/>
    <dgm:cxn modelId="{139D40EA-C616-4D8D-B885-9D6C60C7FCB8}" type="presParOf" srcId="{2DFD5329-1C13-42B2-9B4F-6EB43DEF589C}" destId="{F3788732-3494-4C84-915D-E345383F6519}" srcOrd="20" destOrd="0" presId="urn:microsoft.com/office/officeart/2005/8/layout/default"/>
    <dgm:cxn modelId="{C22D4F6D-5C2A-470A-8103-9F6EF4216E81}" type="presParOf" srcId="{2DFD5329-1C13-42B2-9B4F-6EB43DEF589C}" destId="{B0EFF4F5-1FFD-4389-8FBC-7F31A6EF833A}" srcOrd="21" destOrd="0" presId="urn:microsoft.com/office/officeart/2005/8/layout/default"/>
    <dgm:cxn modelId="{9B99E1CF-4408-48A1-A1CB-AD98992F1F8D}" type="presParOf" srcId="{2DFD5329-1C13-42B2-9B4F-6EB43DEF589C}" destId="{1D945255-8252-46ED-89DD-BDDE4E2AECF0}" srcOrd="22" destOrd="0" presId="urn:microsoft.com/office/officeart/2005/8/layout/default"/>
    <dgm:cxn modelId="{6D2C215F-CF3F-4148-B692-D4D3FD323EDE}" type="presParOf" srcId="{2DFD5329-1C13-42B2-9B4F-6EB43DEF589C}" destId="{D986E13F-10ED-4FFF-915E-4EFBBE33B4C4}" srcOrd="23" destOrd="0" presId="urn:microsoft.com/office/officeart/2005/8/layout/default"/>
    <dgm:cxn modelId="{4C5A70D4-B23F-42E8-8D30-3DA436703B57}" type="presParOf" srcId="{2DFD5329-1C13-42B2-9B4F-6EB43DEF589C}" destId="{81A1EAE7-FB03-48C0-8D94-1777BFA32853}" srcOrd="24" destOrd="0" presId="urn:microsoft.com/office/officeart/2005/8/layout/default"/>
    <dgm:cxn modelId="{D6F6A162-A1BC-49B4-8380-B5F1DDD87C1D}" type="presParOf" srcId="{2DFD5329-1C13-42B2-9B4F-6EB43DEF589C}" destId="{5594C9F9-A634-445C-9EA3-6A6E9BE7DE5F}" srcOrd="25" destOrd="0" presId="urn:microsoft.com/office/officeart/2005/8/layout/default"/>
    <dgm:cxn modelId="{E1B3419C-FA84-4FC8-9992-18D7A03F5C46}" type="presParOf" srcId="{2DFD5329-1C13-42B2-9B4F-6EB43DEF589C}" destId="{0FBC9C34-C444-400F-98C6-D6FB23529E08}" srcOrd="26" destOrd="0" presId="urn:microsoft.com/office/officeart/2005/8/layout/default"/>
    <dgm:cxn modelId="{78BBA01A-826A-4B90-96FA-D73C07E46D3E}" type="presParOf" srcId="{2DFD5329-1C13-42B2-9B4F-6EB43DEF589C}" destId="{E4D4BE0B-3DD4-46A7-A1B5-D02B65B50826}" srcOrd="27" destOrd="0" presId="urn:microsoft.com/office/officeart/2005/8/layout/default"/>
    <dgm:cxn modelId="{FD02D69B-0C54-4813-A0F4-6AF690E57466}" type="presParOf" srcId="{2DFD5329-1C13-42B2-9B4F-6EB43DEF589C}" destId="{6BCE08E3-5DEA-46F7-B95C-627EC0308478}" srcOrd="28" destOrd="0" presId="urn:microsoft.com/office/officeart/2005/8/layout/default"/>
    <dgm:cxn modelId="{C29F60EF-0780-42F6-AFD9-D4DF1BD0027A}" type="presParOf" srcId="{2DFD5329-1C13-42B2-9B4F-6EB43DEF589C}" destId="{DAA339B0-54BB-408B-90C0-E535B7BCE496}" srcOrd="29" destOrd="0" presId="urn:microsoft.com/office/officeart/2005/8/layout/default"/>
    <dgm:cxn modelId="{63DFA14F-3FF1-47D9-93FF-143F2D8866A4}" type="presParOf" srcId="{2DFD5329-1C13-42B2-9B4F-6EB43DEF589C}" destId="{FDC6B573-C569-4171-B477-D71C5EBF6719}" srcOrd="30" destOrd="0" presId="urn:microsoft.com/office/officeart/2005/8/layout/default"/>
    <dgm:cxn modelId="{0B855A59-9DE4-41A9-AA7C-A3CDF0991E6A}" type="presParOf" srcId="{2DFD5329-1C13-42B2-9B4F-6EB43DEF589C}" destId="{D029FA91-612C-456B-B60B-AA8FE9C26C10}" srcOrd="31" destOrd="0" presId="urn:microsoft.com/office/officeart/2005/8/layout/default"/>
    <dgm:cxn modelId="{E400EA8F-AF02-4220-B3F0-398C334773CD}" type="presParOf" srcId="{2DFD5329-1C13-42B2-9B4F-6EB43DEF589C}" destId="{BA7651A6-3A1A-4ECF-A138-D35507719E3D}" srcOrd="32" destOrd="0" presId="urn:microsoft.com/office/officeart/2005/8/layout/default"/>
    <dgm:cxn modelId="{C2FC1100-5327-4170-A399-5CEE98B89631}" type="presParOf" srcId="{2DFD5329-1C13-42B2-9B4F-6EB43DEF589C}" destId="{9C10D85B-E887-40BE-80C7-FE372CA9ABAC}" srcOrd="33" destOrd="0" presId="urn:microsoft.com/office/officeart/2005/8/layout/default"/>
    <dgm:cxn modelId="{0A22AEE0-DA04-4F85-8D86-1E74A8387067}" type="presParOf" srcId="{2DFD5329-1C13-42B2-9B4F-6EB43DEF589C}" destId="{54B5FE35-538D-4001-A946-AF5626FA24CB}" srcOrd="34" destOrd="0" presId="urn:microsoft.com/office/officeart/2005/8/layout/default"/>
    <dgm:cxn modelId="{61B48BB3-405A-4301-8EB4-C7E8B56900FF}" type="presParOf" srcId="{2DFD5329-1C13-42B2-9B4F-6EB43DEF589C}" destId="{0A95BCF8-ADFB-403A-9F86-A81D60C0FA44}" srcOrd="35" destOrd="0" presId="urn:microsoft.com/office/officeart/2005/8/layout/default"/>
    <dgm:cxn modelId="{1B1E2016-B12B-4FC7-9892-579FFA6AEEFA}" type="presParOf" srcId="{2DFD5329-1C13-42B2-9B4F-6EB43DEF589C}" destId="{CF4A0294-3BC5-4F97-BA29-D64D21994C50}" srcOrd="36" destOrd="0" presId="urn:microsoft.com/office/officeart/2005/8/layout/default"/>
    <dgm:cxn modelId="{A6DDA95A-29C8-4E4B-9072-C9C7B8D66A9E}" type="presParOf" srcId="{2DFD5329-1C13-42B2-9B4F-6EB43DEF589C}" destId="{81E87962-2545-4292-BC5C-AA40D040BBD6}" srcOrd="37" destOrd="0" presId="urn:microsoft.com/office/officeart/2005/8/layout/default"/>
    <dgm:cxn modelId="{00C25AC0-2B65-45DA-B351-2EEEDAE7BC00}" type="presParOf" srcId="{2DFD5329-1C13-42B2-9B4F-6EB43DEF589C}" destId="{4AE0DDA0-8F69-4704-93D1-6FAC0AD69008}" srcOrd="38" destOrd="0" presId="urn:microsoft.com/office/officeart/2005/8/layout/default"/>
    <dgm:cxn modelId="{27DD8C41-DAD2-4DC6-BA1D-BACA17401FF6}" type="presParOf" srcId="{2DFD5329-1C13-42B2-9B4F-6EB43DEF589C}" destId="{B0ED3F0B-64B4-4D75-B477-87AF29653757}" srcOrd="39" destOrd="0" presId="urn:microsoft.com/office/officeart/2005/8/layout/default"/>
    <dgm:cxn modelId="{1510F817-557B-4BF7-8D7A-F01C081C7438}" type="presParOf" srcId="{2DFD5329-1C13-42B2-9B4F-6EB43DEF589C}" destId="{D804884F-ACD9-4C09-9AF4-D0D461EBB368}" srcOrd="40" destOrd="0" presId="urn:microsoft.com/office/officeart/2005/8/layout/default"/>
    <dgm:cxn modelId="{D4728524-FBC1-43E9-BD2E-1A2ED33EAC3D}" type="presParOf" srcId="{2DFD5329-1C13-42B2-9B4F-6EB43DEF589C}" destId="{85869F78-9C4F-4499-891A-D05BB9AA849A}" srcOrd="41" destOrd="0" presId="urn:microsoft.com/office/officeart/2005/8/layout/default"/>
    <dgm:cxn modelId="{ACB6794E-3F63-4358-8D4E-1BE8AB049175}" type="presParOf" srcId="{2DFD5329-1C13-42B2-9B4F-6EB43DEF589C}" destId="{DE3FB91F-1353-4D4D-B027-B42D3A66BE70}" srcOrd="4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16D09-985D-4FF9-B576-94A8038188A7}">
      <dsp:nvSpPr>
        <dsp:cNvPr id="0" name=""/>
        <dsp:cNvSpPr/>
      </dsp:nvSpPr>
      <dsp:spPr>
        <a:xfrm>
          <a:off x="228887" y="19014"/>
          <a:ext cx="709839" cy="7098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927B0-5B78-4B28-BE44-13AC12BD75F6}">
      <dsp:nvSpPr>
        <dsp:cNvPr id="0" name=""/>
        <dsp:cNvSpPr/>
      </dsp:nvSpPr>
      <dsp:spPr>
        <a:xfrm>
          <a:off x="380165" y="170292"/>
          <a:ext cx="407285" cy="4072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BA939-A31F-46F2-AA54-7A6E378AAE91}">
      <dsp:nvSpPr>
        <dsp:cNvPr id="0" name=""/>
        <dsp:cNvSpPr/>
      </dsp:nvSpPr>
      <dsp:spPr>
        <a:xfrm>
          <a:off x="1971" y="949952"/>
          <a:ext cx="1163671" cy="46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Key Financial Metrics</a:t>
          </a:r>
          <a:endParaRPr lang="en-US" sz="1100" kern="1200"/>
        </a:p>
      </dsp:txBody>
      <dsp:txXfrm>
        <a:off x="1971" y="949952"/>
        <a:ext cx="1163671" cy="465468"/>
      </dsp:txXfrm>
    </dsp:sp>
    <dsp:sp modelId="{BE52F219-6663-41E2-A401-CB5CC23CAD6F}">
      <dsp:nvSpPr>
        <dsp:cNvPr id="0" name=""/>
        <dsp:cNvSpPr/>
      </dsp:nvSpPr>
      <dsp:spPr>
        <a:xfrm>
          <a:off x="1596202" y="19014"/>
          <a:ext cx="709839" cy="7098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875CD-41D4-4028-A77B-1F5C6CF58F0D}">
      <dsp:nvSpPr>
        <dsp:cNvPr id="0" name=""/>
        <dsp:cNvSpPr/>
      </dsp:nvSpPr>
      <dsp:spPr>
        <a:xfrm>
          <a:off x="1747479" y="170292"/>
          <a:ext cx="407285" cy="4072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6C7CC-971C-4924-B1F2-87C373FCBDA6}">
      <dsp:nvSpPr>
        <dsp:cNvPr id="0" name=""/>
        <dsp:cNvSpPr/>
      </dsp:nvSpPr>
      <dsp:spPr>
        <a:xfrm>
          <a:off x="1369286" y="949952"/>
          <a:ext cx="1163671" cy="46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Total Business Impact: $51,221 (current period)</a:t>
          </a:r>
        </a:p>
      </dsp:txBody>
      <dsp:txXfrm>
        <a:off x="1369286" y="949952"/>
        <a:ext cx="1163671" cy="465468"/>
      </dsp:txXfrm>
    </dsp:sp>
    <dsp:sp modelId="{C59E8261-14B0-44B0-96F8-91A873F797BC}">
      <dsp:nvSpPr>
        <dsp:cNvPr id="0" name=""/>
        <dsp:cNvSpPr/>
      </dsp:nvSpPr>
      <dsp:spPr>
        <a:xfrm>
          <a:off x="2963516" y="19014"/>
          <a:ext cx="709839" cy="7098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BAE09-844A-4019-95B8-FF4E68057CE8}">
      <dsp:nvSpPr>
        <dsp:cNvPr id="0" name=""/>
        <dsp:cNvSpPr/>
      </dsp:nvSpPr>
      <dsp:spPr>
        <a:xfrm>
          <a:off x="3114794" y="170292"/>
          <a:ext cx="407285" cy="4072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2E255-18A4-4C5C-AE35-DE0AC0627B16}">
      <dsp:nvSpPr>
        <dsp:cNvPr id="0" name=""/>
        <dsp:cNvSpPr/>
      </dsp:nvSpPr>
      <dsp:spPr>
        <a:xfrm>
          <a:off x="2736600" y="949952"/>
          <a:ext cx="1163671" cy="46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Cost per Employee: $25,611 average</a:t>
          </a:r>
        </a:p>
      </dsp:txBody>
      <dsp:txXfrm>
        <a:off x="2736600" y="949952"/>
        <a:ext cx="1163671" cy="465468"/>
      </dsp:txXfrm>
    </dsp:sp>
    <dsp:sp modelId="{DAC5EB4D-5E5E-4278-9346-4C393D723BF7}">
      <dsp:nvSpPr>
        <dsp:cNvPr id="0" name=""/>
        <dsp:cNvSpPr/>
      </dsp:nvSpPr>
      <dsp:spPr>
        <a:xfrm>
          <a:off x="4330831" y="19014"/>
          <a:ext cx="709839" cy="7098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211E49-2278-4B55-A27C-0BED6A16E82B}">
      <dsp:nvSpPr>
        <dsp:cNvPr id="0" name=""/>
        <dsp:cNvSpPr/>
      </dsp:nvSpPr>
      <dsp:spPr>
        <a:xfrm>
          <a:off x="4482108" y="170292"/>
          <a:ext cx="407285" cy="4072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88985-5299-4A1D-AA85-B2A0A3F64858}">
      <dsp:nvSpPr>
        <dsp:cNvPr id="0" name=""/>
        <dsp:cNvSpPr/>
      </dsp:nvSpPr>
      <dsp:spPr>
        <a:xfrm>
          <a:off x="4103915" y="949952"/>
          <a:ext cx="1163671" cy="46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Total Hours Lost: 262 hours</a:t>
          </a:r>
        </a:p>
      </dsp:txBody>
      <dsp:txXfrm>
        <a:off x="4103915" y="949952"/>
        <a:ext cx="1163671" cy="465468"/>
      </dsp:txXfrm>
    </dsp:sp>
    <dsp:sp modelId="{1936CA36-5949-43B4-8824-C97D4198AD93}">
      <dsp:nvSpPr>
        <dsp:cNvPr id="0" name=""/>
        <dsp:cNvSpPr/>
      </dsp:nvSpPr>
      <dsp:spPr>
        <a:xfrm>
          <a:off x="5698145" y="19014"/>
          <a:ext cx="709839" cy="7098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D2A71-1850-40F7-A4DC-CF28E6043691}">
      <dsp:nvSpPr>
        <dsp:cNvPr id="0" name=""/>
        <dsp:cNvSpPr/>
      </dsp:nvSpPr>
      <dsp:spPr>
        <a:xfrm>
          <a:off x="5849423" y="170292"/>
          <a:ext cx="407285" cy="40728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4F0EE-984B-4838-B363-59518C521FFA}">
      <dsp:nvSpPr>
        <dsp:cNvPr id="0" name=""/>
        <dsp:cNvSpPr/>
      </dsp:nvSpPr>
      <dsp:spPr>
        <a:xfrm>
          <a:off x="5471229" y="949952"/>
          <a:ext cx="1163671" cy="46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Absence Rate: 88.89% (operational inefficiency indicator)</a:t>
          </a:r>
        </a:p>
      </dsp:txBody>
      <dsp:txXfrm>
        <a:off x="5471229" y="949952"/>
        <a:ext cx="1163671" cy="465468"/>
      </dsp:txXfrm>
    </dsp:sp>
    <dsp:sp modelId="{6CABF48C-DD2C-4294-9071-192DE3C4469D}">
      <dsp:nvSpPr>
        <dsp:cNvPr id="0" name=""/>
        <dsp:cNvSpPr/>
      </dsp:nvSpPr>
      <dsp:spPr>
        <a:xfrm>
          <a:off x="7065460" y="19014"/>
          <a:ext cx="709839" cy="7098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33B6F-1312-4892-A532-79BB3E4E5E18}">
      <dsp:nvSpPr>
        <dsp:cNvPr id="0" name=""/>
        <dsp:cNvSpPr/>
      </dsp:nvSpPr>
      <dsp:spPr>
        <a:xfrm>
          <a:off x="7216737" y="170292"/>
          <a:ext cx="407285" cy="40728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90210-4B8D-429D-969E-7230A895AF30}">
      <dsp:nvSpPr>
        <dsp:cNvPr id="0" name=""/>
        <dsp:cNvSpPr/>
      </dsp:nvSpPr>
      <dsp:spPr>
        <a:xfrm>
          <a:off x="6838544" y="949952"/>
          <a:ext cx="1163671" cy="46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Average Hours per Incident: 33 hours</a:t>
          </a:r>
        </a:p>
      </dsp:txBody>
      <dsp:txXfrm>
        <a:off x="6838544" y="949952"/>
        <a:ext cx="1163671" cy="4654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FF5AC-402B-47CF-8E99-9B1DD101884A}">
      <dsp:nvSpPr>
        <dsp:cNvPr id="0" name=""/>
        <dsp:cNvSpPr/>
      </dsp:nvSpPr>
      <dsp:spPr>
        <a:xfrm>
          <a:off x="0" y="113895"/>
          <a:ext cx="5019610" cy="4826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Seasonal &amp; Weekly Patterns</a:t>
          </a:r>
          <a:endParaRPr lang="en-US" sz="1200" kern="1200"/>
        </a:p>
      </dsp:txBody>
      <dsp:txXfrm>
        <a:off x="23560" y="137455"/>
        <a:ext cx="4972490" cy="435505"/>
      </dsp:txXfrm>
    </dsp:sp>
    <dsp:sp modelId="{E27D877B-E540-490E-8D43-BF3F35745548}">
      <dsp:nvSpPr>
        <dsp:cNvPr id="0" name=""/>
        <dsp:cNvSpPr/>
      </dsp:nvSpPr>
      <dsp:spPr>
        <a:xfrm>
          <a:off x="0" y="631080"/>
          <a:ext cx="5019610" cy="482625"/>
        </a:xfrm>
        <a:prstGeom prst="roundRect">
          <a:avLst/>
        </a:prstGeom>
        <a:gradFill rotWithShape="0">
          <a:gsLst>
            <a:gs pos="0">
              <a:schemeClr val="accent2">
                <a:hueOff val="-2768150"/>
                <a:satOff val="3191"/>
                <a:lumOff val="1064"/>
                <a:alphaOff val="0"/>
                <a:tint val="96000"/>
                <a:lumMod val="100000"/>
              </a:schemeClr>
            </a:gs>
            <a:gs pos="78000">
              <a:schemeClr val="accent2">
                <a:hueOff val="-2768150"/>
                <a:satOff val="3191"/>
                <a:lumOff val="106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Winter: $0.29M total impact</a:t>
          </a:r>
          <a:endParaRPr lang="en-US" sz="1200" kern="1200"/>
        </a:p>
      </dsp:txBody>
      <dsp:txXfrm>
        <a:off x="23560" y="654640"/>
        <a:ext cx="4972490" cy="435505"/>
      </dsp:txXfrm>
    </dsp:sp>
    <dsp:sp modelId="{168A22D7-75C8-4443-981E-12B6A614318F}">
      <dsp:nvSpPr>
        <dsp:cNvPr id="0" name=""/>
        <dsp:cNvSpPr/>
      </dsp:nvSpPr>
      <dsp:spPr>
        <a:xfrm>
          <a:off x="0" y="1113705"/>
          <a:ext cx="5019610" cy="198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373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Highest seasonal cost - flu season preparation critical</a:t>
          </a:r>
        </a:p>
      </dsp:txBody>
      <dsp:txXfrm>
        <a:off x="0" y="1113705"/>
        <a:ext cx="5019610" cy="198720"/>
      </dsp:txXfrm>
    </dsp:sp>
    <dsp:sp modelId="{3B9BB2CE-E0B2-42B4-9F00-43BE25E825FE}">
      <dsp:nvSpPr>
        <dsp:cNvPr id="0" name=""/>
        <dsp:cNvSpPr/>
      </dsp:nvSpPr>
      <dsp:spPr>
        <a:xfrm>
          <a:off x="0" y="1312425"/>
          <a:ext cx="5019610" cy="482625"/>
        </a:xfrm>
        <a:prstGeom prst="roundRect">
          <a:avLst/>
        </a:prstGeom>
        <a:gradFill rotWithShape="0">
          <a:gsLst>
            <a:gs pos="0">
              <a:schemeClr val="accent2">
                <a:hueOff val="-5536299"/>
                <a:satOff val="6382"/>
                <a:lumOff val="2129"/>
                <a:alphaOff val="0"/>
                <a:tint val="96000"/>
                <a:lumMod val="100000"/>
              </a:schemeClr>
            </a:gs>
            <a:gs pos="78000">
              <a:schemeClr val="accent2">
                <a:hueOff val="-5536299"/>
                <a:satOff val="6382"/>
                <a:lumOff val="212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Monday: 29% of weekly costs</a:t>
          </a:r>
          <a:endParaRPr lang="en-US" sz="1200" kern="1200"/>
        </a:p>
      </dsp:txBody>
      <dsp:txXfrm>
        <a:off x="23560" y="1335985"/>
        <a:ext cx="4972490" cy="435505"/>
      </dsp:txXfrm>
    </dsp:sp>
    <dsp:sp modelId="{12852DBF-F746-4C7A-B36E-F1600EAB9A04}">
      <dsp:nvSpPr>
        <dsp:cNvPr id="0" name=""/>
        <dsp:cNvSpPr/>
      </dsp:nvSpPr>
      <dsp:spPr>
        <a:xfrm>
          <a:off x="0" y="1795050"/>
          <a:ext cx="5019610" cy="198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373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Strategic staffing adjustments needed</a:t>
          </a:r>
        </a:p>
      </dsp:txBody>
      <dsp:txXfrm>
        <a:off x="0" y="1795050"/>
        <a:ext cx="5019610" cy="198720"/>
      </dsp:txXfrm>
    </dsp:sp>
    <dsp:sp modelId="{9D97560E-C416-4428-A9D5-E0E39E04D305}">
      <dsp:nvSpPr>
        <dsp:cNvPr id="0" name=""/>
        <dsp:cNvSpPr/>
      </dsp:nvSpPr>
      <dsp:spPr>
        <a:xfrm>
          <a:off x="0" y="1993770"/>
          <a:ext cx="5019610" cy="482625"/>
        </a:xfrm>
        <a:prstGeom prst="roundRect">
          <a:avLst/>
        </a:prstGeom>
        <a:gradFill rotWithShape="0">
          <a:gsLst>
            <a:gs pos="0">
              <a:schemeClr val="accent2">
                <a:hueOff val="-8304448"/>
                <a:satOff val="9573"/>
                <a:lumOff val="3193"/>
                <a:alphaOff val="0"/>
                <a:tint val="96000"/>
                <a:lumMod val="100000"/>
              </a:schemeClr>
            </a:gs>
            <a:gs pos="78000">
              <a:schemeClr val="accent2">
                <a:hueOff val="-8304448"/>
                <a:satOff val="9573"/>
                <a:lumOff val="319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Monthly Cost Range</a:t>
          </a:r>
          <a:endParaRPr lang="en-US" sz="1200" kern="1200"/>
        </a:p>
      </dsp:txBody>
      <dsp:txXfrm>
        <a:off x="23560" y="2017330"/>
        <a:ext cx="4972490" cy="435505"/>
      </dsp:txXfrm>
    </dsp:sp>
    <dsp:sp modelId="{C0249E69-4A97-4F42-A9F0-90FED3F84A1A}">
      <dsp:nvSpPr>
        <dsp:cNvPr id="0" name=""/>
        <dsp:cNvSpPr/>
      </dsp:nvSpPr>
      <dsp:spPr>
        <a:xfrm>
          <a:off x="0" y="2476395"/>
          <a:ext cx="5019610" cy="198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373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Apr: $53.4M | Aug: $16.2M | Dec: $14.9M (Total: $804M across 3 months)</a:t>
          </a:r>
        </a:p>
      </dsp:txBody>
      <dsp:txXfrm>
        <a:off x="0" y="2476395"/>
        <a:ext cx="5019610" cy="198720"/>
      </dsp:txXfrm>
    </dsp:sp>
    <dsp:sp modelId="{0D1F2E03-8C0B-4D0B-9AB5-88831EE39D4C}">
      <dsp:nvSpPr>
        <dsp:cNvPr id="0" name=""/>
        <dsp:cNvSpPr/>
      </dsp:nvSpPr>
      <dsp:spPr>
        <a:xfrm>
          <a:off x="0" y="2675115"/>
          <a:ext cx="5019610" cy="482625"/>
        </a:xfrm>
        <a:prstGeom prst="roundRect">
          <a:avLst/>
        </a:prstGeom>
        <a:gradFill rotWithShape="0">
          <a:gsLst>
            <a:gs pos="0">
              <a:schemeClr val="accent2">
                <a:hueOff val="-11072598"/>
                <a:satOff val="12765"/>
                <a:lumOff val="4257"/>
                <a:alphaOff val="0"/>
                <a:tint val="96000"/>
                <a:lumMod val="100000"/>
              </a:schemeClr>
            </a:gs>
            <a:gs pos="78000">
              <a:schemeClr val="accent2">
                <a:hueOff val="-11072598"/>
                <a:satOff val="12765"/>
                <a:lumOff val="42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Decision-Making Implications</a:t>
          </a:r>
          <a:endParaRPr lang="en-US" sz="1200" kern="1200"/>
        </a:p>
      </dsp:txBody>
      <dsp:txXfrm>
        <a:off x="23560" y="2698675"/>
        <a:ext cx="4972490" cy="435505"/>
      </dsp:txXfrm>
    </dsp:sp>
    <dsp:sp modelId="{0B9FD2A1-2A85-4057-8028-415BC34A1B3C}">
      <dsp:nvSpPr>
        <dsp:cNvPr id="0" name=""/>
        <dsp:cNvSpPr/>
      </dsp:nvSpPr>
      <dsp:spPr>
        <a:xfrm>
          <a:off x="0" y="3192300"/>
          <a:ext cx="5019610" cy="482625"/>
        </a:xfrm>
        <a:prstGeom prst="roundRect">
          <a:avLst/>
        </a:prstGeom>
        <a:gradFill rotWithShape="0">
          <a:gsLst>
            <a:gs pos="0">
              <a:schemeClr val="accent2">
                <a:hueOff val="-13840748"/>
                <a:satOff val="15956"/>
                <a:lumOff val="5321"/>
                <a:alphaOff val="0"/>
                <a:tint val="96000"/>
                <a:lumMod val="100000"/>
              </a:schemeClr>
            </a:gs>
            <a:gs pos="78000">
              <a:schemeClr val="accent2">
                <a:hueOff val="-13840748"/>
                <a:satOff val="15956"/>
                <a:lumOff val="532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✓ Predictive scheduling: Increase staffing buffer for Mondays and winter months</a:t>
          </a:r>
        </a:p>
      </dsp:txBody>
      <dsp:txXfrm>
        <a:off x="23560" y="3215860"/>
        <a:ext cx="4972490" cy="435505"/>
      </dsp:txXfrm>
    </dsp:sp>
    <dsp:sp modelId="{832EFD3F-7730-4107-846B-534BD9B4ABEF}">
      <dsp:nvSpPr>
        <dsp:cNvPr id="0" name=""/>
        <dsp:cNvSpPr/>
      </dsp:nvSpPr>
      <dsp:spPr>
        <a:xfrm>
          <a:off x="0" y="3709485"/>
          <a:ext cx="5019610" cy="482625"/>
        </a:xfrm>
        <a:prstGeom prst="roundRect">
          <a:avLst/>
        </a:prstGeom>
        <a:gradFill rotWithShape="0">
          <a:gsLst>
            <a:gs pos="0">
              <a:schemeClr val="accent2">
                <a:hueOff val="-16608896"/>
                <a:satOff val="19147"/>
                <a:lumOff val="6386"/>
                <a:alphaOff val="0"/>
                <a:tint val="96000"/>
                <a:lumMod val="100000"/>
              </a:schemeClr>
            </a:gs>
            <a:gs pos="78000">
              <a:schemeClr val="accent2">
                <a:hueOff val="-16608896"/>
                <a:satOff val="19147"/>
                <a:lumOff val="638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✓ Resource allocation: Focus wellness programs during high-impact periods</a:t>
          </a:r>
        </a:p>
      </dsp:txBody>
      <dsp:txXfrm>
        <a:off x="23560" y="3733045"/>
        <a:ext cx="4972490" cy="435505"/>
      </dsp:txXfrm>
    </dsp:sp>
    <dsp:sp modelId="{265EDFF6-47E5-47EA-BC45-B92EFAF81067}">
      <dsp:nvSpPr>
        <dsp:cNvPr id="0" name=""/>
        <dsp:cNvSpPr/>
      </dsp:nvSpPr>
      <dsp:spPr>
        <a:xfrm>
          <a:off x="0" y="4226669"/>
          <a:ext cx="5019610" cy="482625"/>
        </a:xfrm>
        <a:prstGeom prst="roundRect">
          <a:avLst/>
        </a:prstGeom>
        <a:gradFill rotWithShape="0">
          <a:gsLst>
            <a:gs pos="0">
              <a:schemeClr val="accent2">
                <a:hueOff val="-19377047"/>
                <a:satOff val="22338"/>
                <a:lumOff val="7450"/>
                <a:alphaOff val="0"/>
                <a:tint val="96000"/>
                <a:lumMod val="100000"/>
              </a:schemeClr>
            </a:gs>
            <a:gs pos="78000">
              <a:schemeClr val="accent2">
                <a:hueOff val="-19377047"/>
                <a:satOff val="22338"/>
                <a:lumOff val="745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✓ Financial planning: Budget $200K-$300K quarterly for absence-related costs</a:t>
          </a:r>
        </a:p>
      </dsp:txBody>
      <dsp:txXfrm>
        <a:off x="23560" y="4250229"/>
        <a:ext cx="4972490" cy="435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C5F1B-B5FC-4AE4-BE68-A618C57C15A9}">
      <dsp:nvSpPr>
        <dsp:cNvPr id="0" name=""/>
        <dsp:cNvSpPr/>
      </dsp:nvSpPr>
      <dsp:spPr>
        <a:xfrm>
          <a:off x="332501" y="304"/>
          <a:ext cx="2046436" cy="12278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High-Risk Employee Profile Analysis</a:t>
          </a:r>
          <a:endParaRPr lang="en-US" sz="1500" kern="1200"/>
        </a:p>
      </dsp:txBody>
      <dsp:txXfrm>
        <a:off x="332501" y="304"/>
        <a:ext cx="2046436" cy="1227861"/>
      </dsp:txXfrm>
    </dsp:sp>
    <dsp:sp modelId="{D083DA47-0CB0-44CF-A936-CAB591DDF4BE}">
      <dsp:nvSpPr>
        <dsp:cNvPr id="0" name=""/>
        <dsp:cNvSpPr/>
      </dsp:nvSpPr>
      <dsp:spPr>
        <a:xfrm>
          <a:off x="2583581" y="304"/>
          <a:ext cx="2046436" cy="122786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Age 30-40 Group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16 employees | 1,236 hours lost | $241,638 impact</a:t>
          </a:r>
        </a:p>
      </dsp:txBody>
      <dsp:txXfrm>
        <a:off x="2583581" y="304"/>
        <a:ext cx="2046436" cy="1227861"/>
      </dsp:txXfrm>
    </dsp:sp>
    <dsp:sp modelId="{7869F4F2-48AA-49DF-8822-71755B388372}">
      <dsp:nvSpPr>
        <dsp:cNvPr id="0" name=""/>
        <dsp:cNvSpPr/>
      </dsp:nvSpPr>
      <dsp:spPr>
        <a:xfrm>
          <a:off x="4834661" y="304"/>
          <a:ext cx="2046436" cy="12278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Age 40-50 Group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9 employees | 542 hours lost | $105,961 impact</a:t>
          </a:r>
        </a:p>
      </dsp:txBody>
      <dsp:txXfrm>
        <a:off x="4834661" y="304"/>
        <a:ext cx="2046436" cy="1227861"/>
      </dsp:txXfrm>
    </dsp:sp>
    <dsp:sp modelId="{0DC68760-75F6-4F91-893E-CC9FF7234C53}">
      <dsp:nvSpPr>
        <dsp:cNvPr id="0" name=""/>
        <dsp:cNvSpPr/>
      </dsp:nvSpPr>
      <dsp:spPr>
        <a:xfrm>
          <a:off x="332501" y="1432810"/>
          <a:ext cx="2046436" cy="12278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Age 50+ Group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1 employee | 241 hours lost | $47,116 impact</a:t>
          </a:r>
        </a:p>
      </dsp:txBody>
      <dsp:txXfrm>
        <a:off x="332501" y="1432810"/>
        <a:ext cx="2046436" cy="1227861"/>
      </dsp:txXfrm>
    </dsp:sp>
    <dsp:sp modelId="{47A6FA18-A151-48F9-A0DC-219E21D3DE7E}">
      <dsp:nvSpPr>
        <dsp:cNvPr id="0" name=""/>
        <dsp:cNvSpPr/>
      </dsp:nvSpPr>
      <dsp:spPr>
        <a:xfrm>
          <a:off x="2583581" y="1432810"/>
          <a:ext cx="2046436" cy="122786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Total High-Risk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36 employees | 5,124 hours | $1,001,742 total impact</a:t>
          </a:r>
        </a:p>
      </dsp:txBody>
      <dsp:txXfrm>
        <a:off x="2583581" y="1432810"/>
        <a:ext cx="2046436" cy="1227861"/>
      </dsp:txXfrm>
    </dsp:sp>
    <dsp:sp modelId="{01222954-598C-4567-BE29-59690A469A3A}">
      <dsp:nvSpPr>
        <dsp:cNvPr id="0" name=""/>
        <dsp:cNvSpPr/>
      </dsp:nvSpPr>
      <dsp:spPr>
        <a:xfrm>
          <a:off x="4834661" y="1432810"/>
          <a:ext cx="2046436" cy="12278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Demographic Insights for Decision Making</a:t>
          </a:r>
          <a:endParaRPr lang="en-US" sz="1500" kern="1200"/>
        </a:p>
      </dsp:txBody>
      <dsp:txXfrm>
        <a:off x="4834661" y="1432810"/>
        <a:ext cx="2046436" cy="1227861"/>
      </dsp:txXfrm>
    </dsp:sp>
    <dsp:sp modelId="{C2552565-5A36-4041-801D-81D679B14574}">
      <dsp:nvSpPr>
        <dsp:cNvPr id="0" name=""/>
        <dsp:cNvSpPr/>
      </dsp:nvSpPr>
      <dsp:spPr>
        <a:xfrm>
          <a:off x="332501" y="2865315"/>
          <a:ext cx="2046436" cy="122786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Education correlation: High school education shows highest absence costs (&gt;$1M)</a:t>
          </a:r>
        </a:p>
      </dsp:txBody>
      <dsp:txXfrm>
        <a:off x="332501" y="2865315"/>
        <a:ext cx="2046436" cy="1227861"/>
      </dsp:txXfrm>
    </dsp:sp>
    <dsp:sp modelId="{FDEF54EE-FEA0-482B-8A46-21CB5D121AA7}">
      <dsp:nvSpPr>
        <dsp:cNvPr id="0" name=""/>
        <dsp:cNvSpPr/>
      </dsp:nvSpPr>
      <dsp:spPr>
        <a:xfrm>
          <a:off x="2583581" y="2865315"/>
          <a:ext cx="2046436" cy="12278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Commute distance: 10-25km range generates highest impact ($0.5M)</a:t>
          </a:r>
        </a:p>
      </dsp:txBody>
      <dsp:txXfrm>
        <a:off x="2583581" y="2865315"/>
        <a:ext cx="2046436" cy="1227861"/>
      </dsp:txXfrm>
    </dsp:sp>
    <dsp:sp modelId="{0F1ED758-E6BC-4C2B-BF76-54608E41996D}">
      <dsp:nvSpPr>
        <dsp:cNvPr id="0" name=""/>
        <dsp:cNvSpPr/>
      </dsp:nvSpPr>
      <dsp:spPr>
        <a:xfrm>
          <a:off x="4834661" y="2865315"/>
          <a:ext cx="2046436" cy="12278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BMI impact: Normal and overweight categories show similar costs (~$1.5M each)</a:t>
          </a:r>
        </a:p>
      </dsp:txBody>
      <dsp:txXfrm>
        <a:off x="4834661" y="2865315"/>
        <a:ext cx="2046436" cy="12278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9A1CDE-C180-47A3-A5A9-6E293BB3AF7C}">
      <dsp:nvSpPr>
        <dsp:cNvPr id="0" name=""/>
        <dsp:cNvSpPr/>
      </dsp:nvSpPr>
      <dsp:spPr>
        <a:xfrm rot="5400000">
          <a:off x="1806664" y="-677743"/>
          <a:ext cx="440092" cy="190749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Successfully consolidated multi-dimensional data (temporal, demographic, financial) into cohesive analytical framework</a:t>
          </a:r>
        </a:p>
      </dsp:txBody>
      <dsp:txXfrm rot="-5400000">
        <a:off x="1072964" y="77441"/>
        <a:ext cx="1886008" cy="397124"/>
      </dsp:txXfrm>
    </dsp:sp>
    <dsp:sp modelId="{33F177C8-685C-4D19-94CA-0786BA2BB700}">
      <dsp:nvSpPr>
        <dsp:cNvPr id="0" name=""/>
        <dsp:cNvSpPr/>
      </dsp:nvSpPr>
      <dsp:spPr>
        <a:xfrm>
          <a:off x="0" y="944"/>
          <a:ext cx="1072964" cy="55011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✓ Comprehensive Data Integration</a:t>
          </a:r>
          <a:endParaRPr lang="en-US" sz="900" kern="1200"/>
        </a:p>
      </dsp:txBody>
      <dsp:txXfrm>
        <a:off x="26854" y="27798"/>
        <a:ext cx="1019256" cy="496407"/>
      </dsp:txXfrm>
    </dsp:sp>
    <dsp:sp modelId="{9CC505D3-35F4-4D5C-A6B9-365E86667B18}">
      <dsp:nvSpPr>
        <dsp:cNvPr id="0" name=""/>
        <dsp:cNvSpPr/>
      </dsp:nvSpPr>
      <dsp:spPr>
        <a:xfrm rot="5400000">
          <a:off x="1806664" y="-100122"/>
          <a:ext cx="440092" cy="190749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Accurately monetized absenteeism impact ($1M+ total), enabling ROI-based decision making</a:t>
          </a:r>
        </a:p>
      </dsp:txBody>
      <dsp:txXfrm rot="-5400000">
        <a:off x="1072964" y="655062"/>
        <a:ext cx="1886008" cy="397124"/>
      </dsp:txXfrm>
    </dsp:sp>
    <dsp:sp modelId="{6408A80F-B6A3-4DB5-98A8-E8B62FD0F430}">
      <dsp:nvSpPr>
        <dsp:cNvPr id="0" name=""/>
        <dsp:cNvSpPr/>
      </dsp:nvSpPr>
      <dsp:spPr>
        <a:xfrm>
          <a:off x="0" y="578565"/>
          <a:ext cx="1072964" cy="55011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✓ Financial Quantification</a:t>
          </a:r>
          <a:endParaRPr lang="en-US" sz="900" kern="1200"/>
        </a:p>
      </dsp:txBody>
      <dsp:txXfrm>
        <a:off x="26854" y="605419"/>
        <a:ext cx="1019256" cy="496407"/>
      </dsp:txXfrm>
    </dsp:sp>
    <dsp:sp modelId="{9A76A69C-0162-4F5B-A18F-D82B6FEDC08D}">
      <dsp:nvSpPr>
        <dsp:cNvPr id="0" name=""/>
        <dsp:cNvSpPr/>
      </dsp:nvSpPr>
      <dsp:spPr>
        <a:xfrm rot="5400000">
          <a:off x="1806664" y="477498"/>
          <a:ext cx="440092" cy="190749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Identified 8 high-risk employees representing disproportionate costs - precision targeting capability</a:t>
          </a:r>
        </a:p>
      </dsp:txBody>
      <dsp:txXfrm rot="-5400000">
        <a:off x="1072964" y="1232682"/>
        <a:ext cx="1886008" cy="397124"/>
      </dsp:txXfrm>
    </dsp:sp>
    <dsp:sp modelId="{7A06AD88-834E-41EB-947F-EBDF1BAB013A}">
      <dsp:nvSpPr>
        <dsp:cNvPr id="0" name=""/>
        <dsp:cNvSpPr/>
      </dsp:nvSpPr>
      <dsp:spPr>
        <a:xfrm>
          <a:off x="0" y="1156186"/>
          <a:ext cx="1072964" cy="55011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✓ Risk Stratification</a:t>
          </a:r>
          <a:endParaRPr lang="en-US" sz="900" kern="1200"/>
        </a:p>
      </dsp:txBody>
      <dsp:txXfrm>
        <a:off x="26854" y="1183040"/>
        <a:ext cx="1019256" cy="496407"/>
      </dsp:txXfrm>
    </dsp:sp>
    <dsp:sp modelId="{B57CC4DD-87C8-4CA8-9C3D-1A16564C0130}">
      <dsp:nvSpPr>
        <dsp:cNvPr id="0" name=""/>
        <dsp:cNvSpPr/>
      </dsp:nvSpPr>
      <dsp:spPr>
        <a:xfrm rot="5400000">
          <a:off x="1806664" y="1055119"/>
          <a:ext cx="440092" cy="190749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Uncovered actionable temporal patterns (Monday 29% premium, seasonal variations) for operational planning</a:t>
          </a:r>
        </a:p>
      </dsp:txBody>
      <dsp:txXfrm rot="-5400000">
        <a:off x="1072964" y="1810303"/>
        <a:ext cx="1886008" cy="397124"/>
      </dsp:txXfrm>
    </dsp:sp>
    <dsp:sp modelId="{16D5E821-0814-4D8C-97B7-0AEBE0891689}">
      <dsp:nvSpPr>
        <dsp:cNvPr id="0" name=""/>
        <dsp:cNvSpPr/>
      </dsp:nvSpPr>
      <dsp:spPr>
        <a:xfrm>
          <a:off x="0" y="1733807"/>
          <a:ext cx="1072964" cy="55011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✓ Pattern Recognition</a:t>
          </a:r>
          <a:endParaRPr lang="en-US" sz="900" kern="1200"/>
        </a:p>
      </dsp:txBody>
      <dsp:txXfrm>
        <a:off x="26854" y="1760661"/>
        <a:ext cx="1019256" cy="496407"/>
      </dsp:txXfrm>
    </dsp:sp>
    <dsp:sp modelId="{D1D2AC4F-CF4B-43E9-A035-A1CB97E5AEE0}">
      <dsp:nvSpPr>
        <dsp:cNvPr id="0" name=""/>
        <dsp:cNvSpPr/>
      </dsp:nvSpPr>
      <dsp:spPr>
        <a:xfrm rot="5400000">
          <a:off x="1806664" y="1632740"/>
          <a:ext cx="440092" cy="190749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Created intuitive, executive-level dashboards translating complex data into strategic insights</a:t>
          </a:r>
        </a:p>
      </dsp:txBody>
      <dsp:txXfrm rot="-5400000">
        <a:off x="1072964" y="2387924"/>
        <a:ext cx="1886008" cy="397124"/>
      </dsp:txXfrm>
    </dsp:sp>
    <dsp:sp modelId="{ED45201E-F160-422C-898C-70AABD375FB7}">
      <dsp:nvSpPr>
        <dsp:cNvPr id="0" name=""/>
        <dsp:cNvSpPr/>
      </dsp:nvSpPr>
      <dsp:spPr>
        <a:xfrm>
          <a:off x="0" y="2311428"/>
          <a:ext cx="1072964" cy="55011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✓ Visual Dashboard Design</a:t>
          </a:r>
          <a:endParaRPr lang="en-US" sz="900" kern="1200"/>
        </a:p>
      </dsp:txBody>
      <dsp:txXfrm>
        <a:off x="26854" y="2338282"/>
        <a:ext cx="1019256" cy="496407"/>
      </dsp:txXfrm>
    </dsp:sp>
    <dsp:sp modelId="{72A2148D-A706-4392-9452-FA1A19BE04A8}">
      <dsp:nvSpPr>
        <dsp:cNvPr id="0" name=""/>
        <dsp:cNvSpPr/>
      </dsp:nvSpPr>
      <dsp:spPr>
        <a:xfrm rot="5400000">
          <a:off x="1806664" y="2210361"/>
          <a:ext cx="440092" cy="190749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Integrated demographic, temporal, and categorical views providing holistic understanding</a:t>
          </a:r>
        </a:p>
      </dsp:txBody>
      <dsp:txXfrm rot="-5400000">
        <a:off x="1072964" y="2965545"/>
        <a:ext cx="1886008" cy="397124"/>
      </dsp:txXfrm>
    </dsp:sp>
    <dsp:sp modelId="{2CE9B6C9-BF1F-4D75-9A74-F3FA149DFE53}">
      <dsp:nvSpPr>
        <dsp:cNvPr id="0" name=""/>
        <dsp:cNvSpPr/>
      </dsp:nvSpPr>
      <dsp:spPr>
        <a:xfrm>
          <a:off x="0" y="2889049"/>
          <a:ext cx="1072964" cy="55011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✓ Multi-Perspective Analysis</a:t>
          </a:r>
          <a:endParaRPr lang="en-US" sz="900" kern="1200"/>
        </a:p>
      </dsp:txBody>
      <dsp:txXfrm>
        <a:off x="26854" y="2915903"/>
        <a:ext cx="1019256" cy="4964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E0A99-3090-4FC5-94D6-90ABEABB0804}">
      <dsp:nvSpPr>
        <dsp:cNvPr id="0" name=""/>
        <dsp:cNvSpPr/>
      </dsp:nvSpPr>
      <dsp:spPr>
        <a:xfrm rot="5400000">
          <a:off x="1838243" y="-717868"/>
          <a:ext cx="376933" cy="190749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Build machine learning models (Random Forest, Time Series) to forecast absenteeism 30-90 days ahead</a:t>
          </a:r>
        </a:p>
      </dsp:txBody>
      <dsp:txXfrm rot="-5400000">
        <a:off x="1072964" y="65811"/>
        <a:ext cx="1889092" cy="340133"/>
      </dsp:txXfrm>
    </dsp:sp>
    <dsp:sp modelId="{5B5B9224-0C09-471E-86A5-9AF1D570DF36}">
      <dsp:nvSpPr>
        <dsp:cNvPr id="0" name=""/>
        <dsp:cNvSpPr/>
      </dsp:nvSpPr>
      <dsp:spPr>
        <a:xfrm>
          <a:off x="0" y="293"/>
          <a:ext cx="1072964" cy="47116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→ Implement Predictive Analytics</a:t>
          </a:r>
          <a:endParaRPr lang="en-US" sz="800" kern="1200"/>
        </a:p>
      </dsp:txBody>
      <dsp:txXfrm>
        <a:off x="23000" y="23293"/>
        <a:ext cx="1026964" cy="425167"/>
      </dsp:txXfrm>
    </dsp:sp>
    <dsp:sp modelId="{3D8D262D-8470-441A-BD68-EF37BA9F5B9E}">
      <dsp:nvSpPr>
        <dsp:cNvPr id="0" name=""/>
        <dsp:cNvSpPr/>
      </dsp:nvSpPr>
      <dsp:spPr>
        <a:xfrm rot="5400000">
          <a:off x="1838243" y="-223142"/>
          <a:ext cx="376933" cy="1907492"/>
        </a:xfrm>
        <a:prstGeom prst="round2SameRect">
          <a:avLst/>
        </a:prstGeom>
        <a:solidFill>
          <a:schemeClr val="accent2">
            <a:tint val="40000"/>
            <a:alpha val="90000"/>
            <a:hueOff val="-3383030"/>
            <a:satOff val="5421"/>
            <a:lumOff val="45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383030"/>
              <a:satOff val="5421"/>
              <a:lumOff val="4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Create ROI calculator for intervention programs with sensitivity analysis for different scenarios</a:t>
          </a:r>
        </a:p>
      </dsp:txBody>
      <dsp:txXfrm rot="-5400000">
        <a:off x="1072964" y="560537"/>
        <a:ext cx="1889092" cy="340133"/>
      </dsp:txXfrm>
    </dsp:sp>
    <dsp:sp modelId="{1527E52F-45F9-44BE-A843-01B04ACFA9A7}">
      <dsp:nvSpPr>
        <dsp:cNvPr id="0" name=""/>
        <dsp:cNvSpPr/>
      </dsp:nvSpPr>
      <dsp:spPr>
        <a:xfrm>
          <a:off x="0" y="495019"/>
          <a:ext cx="1072964" cy="471167"/>
        </a:xfrm>
        <a:prstGeom prst="roundRect">
          <a:avLst/>
        </a:prstGeom>
        <a:solidFill>
          <a:schemeClr val="accent2">
            <a:hueOff val="-3229508"/>
            <a:satOff val="3723"/>
            <a:lumOff val="124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→ Develop Cost-Benefit Framework</a:t>
          </a:r>
          <a:endParaRPr lang="en-US" sz="800" kern="1200"/>
        </a:p>
      </dsp:txBody>
      <dsp:txXfrm>
        <a:off x="23000" y="518019"/>
        <a:ext cx="1026964" cy="425167"/>
      </dsp:txXfrm>
    </dsp:sp>
    <dsp:sp modelId="{A388C2A2-E64D-44ED-AC6A-B089B962689E}">
      <dsp:nvSpPr>
        <dsp:cNvPr id="0" name=""/>
        <dsp:cNvSpPr/>
      </dsp:nvSpPr>
      <dsp:spPr>
        <a:xfrm rot="5400000">
          <a:off x="1838243" y="271582"/>
          <a:ext cx="376933" cy="1907492"/>
        </a:xfrm>
        <a:prstGeom prst="round2SameRect">
          <a:avLst/>
        </a:prstGeom>
        <a:solidFill>
          <a:schemeClr val="accent2">
            <a:tint val="40000"/>
            <a:alpha val="90000"/>
            <a:hueOff val="-6766060"/>
            <a:satOff val="10842"/>
            <a:lumOff val="90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6766060"/>
              <a:satOff val="10842"/>
              <a:lumOff val="9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Implement live dashboards with automated alerts when costs exceed thresholds ($50K weekly)</a:t>
          </a:r>
        </a:p>
      </dsp:txBody>
      <dsp:txXfrm rot="-5400000">
        <a:off x="1072964" y="1055261"/>
        <a:ext cx="1889092" cy="340133"/>
      </dsp:txXfrm>
    </dsp:sp>
    <dsp:sp modelId="{705E0C05-7F04-49D2-B8AA-7A183BA7CEE6}">
      <dsp:nvSpPr>
        <dsp:cNvPr id="0" name=""/>
        <dsp:cNvSpPr/>
      </dsp:nvSpPr>
      <dsp:spPr>
        <a:xfrm>
          <a:off x="0" y="989745"/>
          <a:ext cx="1072964" cy="471167"/>
        </a:xfrm>
        <a:prstGeom prst="roundRect">
          <a:avLst/>
        </a:prstGeom>
        <a:solidFill>
          <a:schemeClr val="accent2">
            <a:hueOff val="-6459016"/>
            <a:satOff val="7446"/>
            <a:lumOff val="24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→ Add Real-Time Monitoring</a:t>
          </a:r>
          <a:endParaRPr lang="en-US" sz="800" kern="1200"/>
        </a:p>
      </dsp:txBody>
      <dsp:txXfrm>
        <a:off x="23000" y="1012745"/>
        <a:ext cx="1026964" cy="425167"/>
      </dsp:txXfrm>
    </dsp:sp>
    <dsp:sp modelId="{40CE5E1B-CDF2-4299-B54C-9BC24ED770C5}">
      <dsp:nvSpPr>
        <dsp:cNvPr id="0" name=""/>
        <dsp:cNvSpPr/>
      </dsp:nvSpPr>
      <dsp:spPr>
        <a:xfrm rot="5400000">
          <a:off x="1838243" y="766308"/>
          <a:ext cx="376933" cy="1907492"/>
        </a:xfrm>
        <a:prstGeom prst="round2SameRect">
          <a:avLst/>
        </a:prstGeom>
        <a:solidFill>
          <a:schemeClr val="accent2">
            <a:tint val="40000"/>
            <a:alpha val="90000"/>
            <a:hueOff val="-10149090"/>
            <a:satOff val="16263"/>
            <a:lumOff val="135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0149090"/>
              <a:satOff val="16263"/>
              <a:lumOff val="13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Deploy employee surveys, exit interviews, and correlation studies to understand absence drivers</a:t>
          </a:r>
        </a:p>
      </dsp:txBody>
      <dsp:txXfrm rot="-5400000">
        <a:off x="1072964" y="1549987"/>
        <a:ext cx="1889092" cy="340133"/>
      </dsp:txXfrm>
    </dsp:sp>
    <dsp:sp modelId="{F8DDCE85-A221-465C-B864-027423985F8C}">
      <dsp:nvSpPr>
        <dsp:cNvPr id="0" name=""/>
        <dsp:cNvSpPr/>
      </dsp:nvSpPr>
      <dsp:spPr>
        <a:xfrm>
          <a:off x="0" y="1484471"/>
          <a:ext cx="1072964" cy="471167"/>
        </a:xfrm>
        <a:prstGeom prst="roundRect">
          <a:avLst/>
        </a:prstGeom>
        <a:solidFill>
          <a:schemeClr val="accent2">
            <a:hueOff val="-9688523"/>
            <a:satOff val="11169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→ Conduct Root Cause Analysis</a:t>
          </a:r>
          <a:endParaRPr lang="en-US" sz="800" kern="1200"/>
        </a:p>
      </dsp:txBody>
      <dsp:txXfrm>
        <a:off x="23000" y="1507471"/>
        <a:ext cx="1026964" cy="425167"/>
      </dsp:txXfrm>
    </dsp:sp>
    <dsp:sp modelId="{6B6BCF33-5E90-48AE-9F9F-068756C75CDB}">
      <dsp:nvSpPr>
        <dsp:cNvPr id="0" name=""/>
        <dsp:cNvSpPr/>
      </dsp:nvSpPr>
      <dsp:spPr>
        <a:xfrm rot="5400000">
          <a:off x="1838243" y="1261034"/>
          <a:ext cx="376933" cy="1907492"/>
        </a:xfrm>
        <a:prstGeom prst="round2SameRect">
          <a:avLst/>
        </a:prstGeom>
        <a:solidFill>
          <a:schemeClr val="accent2">
            <a:tint val="40000"/>
            <a:alpha val="90000"/>
            <a:hueOff val="-13532120"/>
            <a:satOff val="21685"/>
            <a:lumOff val="1811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532120"/>
              <a:satOff val="21685"/>
              <a:lumOff val="18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Compare metrics to industry standards (healthcare: 3.5%, manufacturing: 2.8%) for context</a:t>
          </a:r>
        </a:p>
      </dsp:txBody>
      <dsp:txXfrm rot="-5400000">
        <a:off x="1072964" y="2044713"/>
        <a:ext cx="1889092" cy="340133"/>
      </dsp:txXfrm>
    </dsp:sp>
    <dsp:sp modelId="{15A49603-C8B2-4F41-80D8-2BA863705577}">
      <dsp:nvSpPr>
        <dsp:cNvPr id="0" name=""/>
        <dsp:cNvSpPr/>
      </dsp:nvSpPr>
      <dsp:spPr>
        <a:xfrm>
          <a:off x="0" y="1979197"/>
          <a:ext cx="1072964" cy="471167"/>
        </a:xfrm>
        <a:prstGeom prst="roundRect">
          <a:avLst/>
        </a:prstGeom>
        <a:solidFill>
          <a:schemeClr val="accent2">
            <a:hueOff val="-12918031"/>
            <a:satOff val="14892"/>
            <a:lumOff val="496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→ Benchmark Against Industry</a:t>
          </a:r>
          <a:endParaRPr lang="en-US" sz="800" kern="1200"/>
        </a:p>
      </dsp:txBody>
      <dsp:txXfrm>
        <a:off x="23000" y="2002197"/>
        <a:ext cx="1026964" cy="425167"/>
      </dsp:txXfrm>
    </dsp:sp>
    <dsp:sp modelId="{200384B3-D2F7-4649-B95C-32973C521535}">
      <dsp:nvSpPr>
        <dsp:cNvPr id="0" name=""/>
        <dsp:cNvSpPr/>
      </dsp:nvSpPr>
      <dsp:spPr>
        <a:xfrm rot="5400000">
          <a:off x="1838243" y="1755760"/>
          <a:ext cx="376933" cy="1907492"/>
        </a:xfrm>
        <a:prstGeom prst="round2SameRect">
          <a:avLst/>
        </a:prstGeom>
        <a:solidFill>
          <a:schemeClr val="accent2">
            <a:tint val="40000"/>
            <a:alpha val="90000"/>
            <a:hueOff val="-16915150"/>
            <a:satOff val="27106"/>
            <a:lumOff val="226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6915150"/>
              <a:satOff val="27106"/>
              <a:lumOff val="22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Establish quarterly review cycles measuring intervention effectiveness with control groups</a:t>
          </a:r>
        </a:p>
      </dsp:txBody>
      <dsp:txXfrm rot="-5400000">
        <a:off x="1072964" y="2539439"/>
        <a:ext cx="1889092" cy="340133"/>
      </dsp:txXfrm>
    </dsp:sp>
    <dsp:sp modelId="{8CCBDFB4-F89F-44A8-90CD-F4F4744D0104}">
      <dsp:nvSpPr>
        <dsp:cNvPr id="0" name=""/>
        <dsp:cNvSpPr/>
      </dsp:nvSpPr>
      <dsp:spPr>
        <a:xfrm>
          <a:off x="0" y="2473922"/>
          <a:ext cx="1072964" cy="471167"/>
        </a:xfrm>
        <a:prstGeom prst="roundRect">
          <a:avLst/>
        </a:prstGeom>
        <a:solidFill>
          <a:schemeClr val="accent2">
            <a:hueOff val="-16147538"/>
            <a:satOff val="18615"/>
            <a:lumOff val="620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→ Create Feedback Loops</a:t>
          </a:r>
          <a:endParaRPr lang="en-US" sz="800" kern="1200"/>
        </a:p>
      </dsp:txBody>
      <dsp:txXfrm>
        <a:off x="23000" y="2496922"/>
        <a:ext cx="1026964" cy="425167"/>
      </dsp:txXfrm>
    </dsp:sp>
    <dsp:sp modelId="{7D0232E5-F099-4B52-B2A1-62ED360D1150}">
      <dsp:nvSpPr>
        <dsp:cNvPr id="0" name=""/>
        <dsp:cNvSpPr/>
      </dsp:nvSpPr>
      <dsp:spPr>
        <a:xfrm rot="5400000">
          <a:off x="1838243" y="2250486"/>
          <a:ext cx="376933" cy="1907492"/>
        </a:xfrm>
        <a:prstGeom prst="round2SameRect">
          <a:avLst/>
        </a:prstGeom>
        <a:solidFill>
          <a:schemeClr val="accent2">
            <a:tint val="40000"/>
            <a:alpha val="90000"/>
            <a:hueOff val="-20298181"/>
            <a:satOff val="32527"/>
            <a:lumOff val="271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298181"/>
              <a:satOff val="32527"/>
              <a:lumOff val="27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3335" rIns="26670" bIns="13335" numCol="1" spcCol="1270" anchor="ctr" anchorCtr="0">
          <a:noAutofit/>
        </a:bodyPr>
        <a:lstStyle/>
        <a:p>
          <a:pPr marL="57150" lvl="1" indent="-57150" algn="l" defTabSz="3111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Integrate HR systems, performance data, and employee satisfaction scores for holistic view</a:t>
          </a:r>
        </a:p>
      </dsp:txBody>
      <dsp:txXfrm rot="-5400000">
        <a:off x="1072964" y="3034165"/>
        <a:ext cx="1889092" cy="340133"/>
      </dsp:txXfrm>
    </dsp:sp>
    <dsp:sp modelId="{3D2A2882-ED15-40A7-96DA-81B83485D3E6}">
      <dsp:nvSpPr>
        <dsp:cNvPr id="0" name=""/>
        <dsp:cNvSpPr/>
      </dsp:nvSpPr>
      <dsp:spPr>
        <a:xfrm>
          <a:off x="0" y="2968648"/>
          <a:ext cx="1072964" cy="471167"/>
        </a:xfrm>
        <a:prstGeom prst="roundRect">
          <a:avLst/>
        </a:prstGeom>
        <a:solidFill>
          <a:schemeClr val="accent2">
            <a:hueOff val="-19377047"/>
            <a:satOff val="22338"/>
            <a:lumOff val="745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→ Expand Data Sources</a:t>
          </a:r>
          <a:endParaRPr lang="en-US" sz="800" kern="1200"/>
        </a:p>
      </dsp:txBody>
      <dsp:txXfrm>
        <a:off x="23000" y="2991648"/>
        <a:ext cx="1026964" cy="4251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0777D-4986-48D4-ADEC-E6A76BCA0F96}">
      <dsp:nvSpPr>
        <dsp:cNvPr id="0" name=""/>
        <dsp:cNvSpPr/>
      </dsp:nvSpPr>
      <dsp:spPr>
        <a:xfrm>
          <a:off x="1539123" y="726167"/>
          <a:ext cx="3226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672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91628" y="770119"/>
        <a:ext cx="17663" cy="3536"/>
      </dsp:txXfrm>
    </dsp:sp>
    <dsp:sp modelId="{4EECB3F2-D03C-4CDF-81B5-86706EE061DF}">
      <dsp:nvSpPr>
        <dsp:cNvPr id="0" name=""/>
        <dsp:cNvSpPr/>
      </dsp:nvSpPr>
      <dsp:spPr>
        <a:xfrm>
          <a:off x="4956" y="311097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Immediate Actions (0-3 Months)</a:t>
          </a:r>
          <a:endParaRPr lang="en-US" sz="1200" kern="1200"/>
        </a:p>
      </dsp:txBody>
      <dsp:txXfrm>
        <a:off x="4956" y="311097"/>
        <a:ext cx="1535967" cy="921580"/>
      </dsp:txXfrm>
    </dsp:sp>
    <dsp:sp modelId="{1405CF11-09E5-4CA9-AB0C-B3C964880EC3}">
      <dsp:nvSpPr>
        <dsp:cNvPr id="0" name=""/>
        <dsp:cNvSpPr/>
      </dsp:nvSpPr>
      <dsp:spPr>
        <a:xfrm>
          <a:off x="3428363" y="726167"/>
          <a:ext cx="3226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672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0868" y="770119"/>
        <a:ext cx="17663" cy="3536"/>
      </dsp:txXfrm>
    </dsp:sp>
    <dsp:sp modelId="{88EFB3A3-6CD6-4EBD-B370-95063CF65E97}">
      <dsp:nvSpPr>
        <dsp:cNvPr id="0" name=""/>
        <dsp:cNvSpPr/>
      </dsp:nvSpPr>
      <dsp:spPr>
        <a:xfrm>
          <a:off x="1894196" y="311097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Launch targeted health intervention for 8 high-risk employees (potential $300K+ savings)</a:t>
          </a:r>
        </a:p>
      </dsp:txBody>
      <dsp:txXfrm>
        <a:off x="1894196" y="311097"/>
        <a:ext cx="1535967" cy="921580"/>
      </dsp:txXfrm>
    </dsp:sp>
    <dsp:sp modelId="{A7148212-9835-422B-9544-778003F2E471}">
      <dsp:nvSpPr>
        <dsp:cNvPr id="0" name=""/>
        <dsp:cNvSpPr/>
      </dsp:nvSpPr>
      <dsp:spPr>
        <a:xfrm>
          <a:off x="5317603" y="726167"/>
          <a:ext cx="3226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672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70108" y="770119"/>
        <a:ext cx="17663" cy="3536"/>
      </dsp:txXfrm>
    </dsp:sp>
    <dsp:sp modelId="{D53C9CA0-C9D9-42A6-A2AA-051D5761247A}">
      <dsp:nvSpPr>
        <dsp:cNvPr id="0" name=""/>
        <dsp:cNvSpPr/>
      </dsp:nvSpPr>
      <dsp:spPr>
        <a:xfrm>
          <a:off x="3783436" y="311097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Implement Monday staffing buffer (+15% capacity) to mitigate weekly cost spike</a:t>
          </a:r>
        </a:p>
      </dsp:txBody>
      <dsp:txXfrm>
        <a:off x="3783436" y="311097"/>
        <a:ext cx="1535967" cy="921580"/>
      </dsp:txXfrm>
    </dsp:sp>
    <dsp:sp modelId="{8E042AB2-2ECC-4CD4-8667-101B08167AF1}">
      <dsp:nvSpPr>
        <dsp:cNvPr id="0" name=""/>
        <dsp:cNvSpPr/>
      </dsp:nvSpPr>
      <dsp:spPr>
        <a:xfrm>
          <a:off x="772939" y="1230878"/>
          <a:ext cx="5667720" cy="322672"/>
        </a:xfrm>
        <a:custGeom>
          <a:avLst/>
          <a:gdLst/>
          <a:ahLst/>
          <a:cxnLst/>
          <a:rect l="0" t="0" r="0" b="0"/>
          <a:pathLst>
            <a:path>
              <a:moveTo>
                <a:pt x="5667720" y="0"/>
              </a:moveTo>
              <a:lnTo>
                <a:pt x="5667720" y="178436"/>
              </a:lnTo>
              <a:lnTo>
                <a:pt x="0" y="178436"/>
              </a:lnTo>
              <a:lnTo>
                <a:pt x="0" y="322672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64832" y="1390446"/>
        <a:ext cx="283935" cy="3536"/>
      </dsp:txXfrm>
    </dsp:sp>
    <dsp:sp modelId="{4CA27A39-C7AE-42FD-92F1-50DC05ADC1C4}">
      <dsp:nvSpPr>
        <dsp:cNvPr id="0" name=""/>
        <dsp:cNvSpPr/>
      </dsp:nvSpPr>
      <dsp:spPr>
        <a:xfrm>
          <a:off x="5672676" y="311097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Deploy flu vaccination program ahead of winter season (reduce $290K seasonal impact)</a:t>
          </a:r>
        </a:p>
      </dsp:txBody>
      <dsp:txXfrm>
        <a:off x="5672676" y="311097"/>
        <a:ext cx="1535967" cy="921580"/>
      </dsp:txXfrm>
    </dsp:sp>
    <dsp:sp modelId="{7D5EFBE8-9D13-4A9C-9A9D-FBD002B9D77F}">
      <dsp:nvSpPr>
        <dsp:cNvPr id="0" name=""/>
        <dsp:cNvSpPr/>
      </dsp:nvSpPr>
      <dsp:spPr>
        <a:xfrm>
          <a:off x="1539123" y="2001021"/>
          <a:ext cx="3226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672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91628" y="2044972"/>
        <a:ext cx="17663" cy="3536"/>
      </dsp:txXfrm>
    </dsp:sp>
    <dsp:sp modelId="{01D195CC-B555-4124-B491-129A04E34F33}">
      <dsp:nvSpPr>
        <dsp:cNvPr id="0" name=""/>
        <dsp:cNvSpPr/>
      </dsp:nvSpPr>
      <dsp:spPr>
        <a:xfrm>
          <a:off x="4956" y="1585950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Medium-Term Initiatives (3-6 Months)</a:t>
          </a:r>
          <a:endParaRPr lang="en-US" sz="1200" kern="1200"/>
        </a:p>
      </dsp:txBody>
      <dsp:txXfrm>
        <a:off x="4956" y="1585950"/>
        <a:ext cx="1535967" cy="921580"/>
      </dsp:txXfrm>
    </dsp:sp>
    <dsp:sp modelId="{BCC14736-DF3E-4F1B-8B20-F646A0795A50}">
      <dsp:nvSpPr>
        <dsp:cNvPr id="0" name=""/>
        <dsp:cNvSpPr/>
      </dsp:nvSpPr>
      <dsp:spPr>
        <a:xfrm>
          <a:off x="3428363" y="2001021"/>
          <a:ext cx="3226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672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0868" y="2044972"/>
        <a:ext cx="17663" cy="3536"/>
      </dsp:txXfrm>
    </dsp:sp>
    <dsp:sp modelId="{D3ED38DB-D727-415B-BBEB-8C872859A567}">
      <dsp:nvSpPr>
        <dsp:cNvPr id="0" name=""/>
        <dsp:cNvSpPr/>
      </dsp:nvSpPr>
      <dsp:spPr>
        <a:xfrm>
          <a:off x="1894196" y="1585950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Develop wellness program for age 30-50 demographic ($347K combined impact)</a:t>
          </a:r>
        </a:p>
      </dsp:txBody>
      <dsp:txXfrm>
        <a:off x="1894196" y="1585950"/>
        <a:ext cx="1535967" cy="921580"/>
      </dsp:txXfrm>
    </dsp:sp>
    <dsp:sp modelId="{C78A9E11-6CBF-4932-A1D5-48AABA39BD0C}">
      <dsp:nvSpPr>
        <dsp:cNvPr id="0" name=""/>
        <dsp:cNvSpPr/>
      </dsp:nvSpPr>
      <dsp:spPr>
        <a:xfrm>
          <a:off x="5317603" y="2001021"/>
          <a:ext cx="3226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672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70108" y="2044972"/>
        <a:ext cx="17663" cy="3536"/>
      </dsp:txXfrm>
    </dsp:sp>
    <dsp:sp modelId="{9ECC059B-28BF-4EAA-8C04-C09F000B6AE9}">
      <dsp:nvSpPr>
        <dsp:cNvPr id="0" name=""/>
        <dsp:cNvSpPr/>
      </dsp:nvSpPr>
      <dsp:spPr>
        <a:xfrm>
          <a:off x="3783436" y="1585950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Create flexible work arrangements for long commuters (10-25km range)</a:t>
          </a:r>
        </a:p>
      </dsp:txBody>
      <dsp:txXfrm>
        <a:off x="3783436" y="1585950"/>
        <a:ext cx="1535967" cy="921580"/>
      </dsp:txXfrm>
    </dsp:sp>
    <dsp:sp modelId="{3FFAD5BA-E5A9-4843-A637-EC02172A89F3}">
      <dsp:nvSpPr>
        <dsp:cNvPr id="0" name=""/>
        <dsp:cNvSpPr/>
      </dsp:nvSpPr>
      <dsp:spPr>
        <a:xfrm>
          <a:off x="772939" y="2505731"/>
          <a:ext cx="5667720" cy="322672"/>
        </a:xfrm>
        <a:custGeom>
          <a:avLst/>
          <a:gdLst/>
          <a:ahLst/>
          <a:cxnLst/>
          <a:rect l="0" t="0" r="0" b="0"/>
          <a:pathLst>
            <a:path>
              <a:moveTo>
                <a:pt x="5667720" y="0"/>
              </a:moveTo>
              <a:lnTo>
                <a:pt x="5667720" y="178436"/>
              </a:lnTo>
              <a:lnTo>
                <a:pt x="0" y="178436"/>
              </a:lnTo>
              <a:lnTo>
                <a:pt x="0" y="322672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64832" y="2665299"/>
        <a:ext cx="283935" cy="3536"/>
      </dsp:txXfrm>
    </dsp:sp>
    <dsp:sp modelId="{A7234F32-708D-4C41-B1C8-C2FA6E6B6F51}">
      <dsp:nvSpPr>
        <dsp:cNvPr id="0" name=""/>
        <dsp:cNvSpPr/>
      </dsp:nvSpPr>
      <dsp:spPr>
        <a:xfrm>
          <a:off x="5672676" y="1585950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Establish employee health screening protocol with biometric tracking</a:t>
          </a:r>
        </a:p>
      </dsp:txBody>
      <dsp:txXfrm>
        <a:off x="5672676" y="1585950"/>
        <a:ext cx="1535967" cy="921580"/>
      </dsp:txXfrm>
    </dsp:sp>
    <dsp:sp modelId="{C8EA2150-DE9A-4043-BC47-4D297336B7DD}">
      <dsp:nvSpPr>
        <dsp:cNvPr id="0" name=""/>
        <dsp:cNvSpPr/>
      </dsp:nvSpPr>
      <dsp:spPr>
        <a:xfrm>
          <a:off x="1539123" y="3275874"/>
          <a:ext cx="3226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672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91628" y="3319825"/>
        <a:ext cx="17663" cy="3536"/>
      </dsp:txXfrm>
    </dsp:sp>
    <dsp:sp modelId="{BB0B9A8B-A1B3-4D8D-A424-ACC56C776116}">
      <dsp:nvSpPr>
        <dsp:cNvPr id="0" name=""/>
        <dsp:cNvSpPr/>
      </dsp:nvSpPr>
      <dsp:spPr>
        <a:xfrm>
          <a:off x="4956" y="2860803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Long-Term Strategic Initiatives (6-12 Months)</a:t>
          </a:r>
          <a:endParaRPr lang="en-US" sz="1200" kern="1200"/>
        </a:p>
      </dsp:txBody>
      <dsp:txXfrm>
        <a:off x="4956" y="2860803"/>
        <a:ext cx="1535967" cy="921580"/>
      </dsp:txXfrm>
    </dsp:sp>
    <dsp:sp modelId="{DD511394-D15F-4F6E-A50B-0601009BC8F6}">
      <dsp:nvSpPr>
        <dsp:cNvPr id="0" name=""/>
        <dsp:cNvSpPr/>
      </dsp:nvSpPr>
      <dsp:spPr>
        <a:xfrm>
          <a:off x="3428363" y="3275874"/>
          <a:ext cx="3226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672" y="45720"/>
              </a:lnTo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0868" y="3319825"/>
        <a:ext cx="17663" cy="3536"/>
      </dsp:txXfrm>
    </dsp:sp>
    <dsp:sp modelId="{296B850C-653B-4A01-9971-A693BB491A6A}">
      <dsp:nvSpPr>
        <dsp:cNvPr id="0" name=""/>
        <dsp:cNvSpPr/>
      </dsp:nvSpPr>
      <dsp:spPr>
        <a:xfrm>
          <a:off x="1894196" y="2860803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Build predictive absence forecasting system with 85%+ accuracy</a:t>
          </a:r>
        </a:p>
      </dsp:txBody>
      <dsp:txXfrm>
        <a:off x="1894196" y="2860803"/>
        <a:ext cx="1535967" cy="921580"/>
      </dsp:txXfrm>
    </dsp:sp>
    <dsp:sp modelId="{12599392-72A4-4A2B-88CA-79FE5A88BAA5}">
      <dsp:nvSpPr>
        <dsp:cNvPr id="0" name=""/>
        <dsp:cNvSpPr/>
      </dsp:nvSpPr>
      <dsp:spPr>
        <a:xfrm>
          <a:off x="3783436" y="2860803"/>
          <a:ext cx="1535967" cy="9215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64" tIns="79002" rIns="75264" bIns="79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Redesign benefits package emphasizing preventive care and mental health</a:t>
          </a:r>
        </a:p>
      </dsp:txBody>
      <dsp:txXfrm>
        <a:off x="3783436" y="2860803"/>
        <a:ext cx="1535967" cy="9215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E1FB5-03D6-4F17-A193-295911FE2EBD}">
      <dsp:nvSpPr>
        <dsp:cNvPr id="0" name=""/>
        <dsp:cNvSpPr/>
      </dsp:nvSpPr>
      <dsp:spPr>
        <a:xfrm>
          <a:off x="626740" y="217999"/>
          <a:ext cx="501392" cy="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B03AF89-64E8-4022-B264-9FEE8E254AE2}">
      <dsp:nvSpPr>
        <dsp:cNvPr id="0" name=""/>
        <dsp:cNvSpPr/>
      </dsp:nvSpPr>
      <dsp:spPr>
        <a:xfrm>
          <a:off x="1158216" y="175918"/>
          <a:ext cx="57660" cy="10830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1331803"/>
            <a:satOff val="-2561"/>
            <a:lumOff val="94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1331803"/>
              <a:satOff val="-2561"/>
              <a:lumOff val="9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FF892F4-E361-4489-80A4-B4F6B78BD42E}">
      <dsp:nvSpPr>
        <dsp:cNvPr id="0" name=""/>
        <dsp:cNvSpPr/>
      </dsp:nvSpPr>
      <dsp:spPr>
        <a:xfrm>
          <a:off x="346031" y="0"/>
          <a:ext cx="436071" cy="436071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922" tIns="16922" rIns="16922" bIns="1692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</a:t>
          </a:r>
        </a:p>
      </dsp:txBody>
      <dsp:txXfrm>
        <a:off x="409892" y="63861"/>
        <a:ext cx="308349" cy="308349"/>
      </dsp:txXfrm>
    </dsp:sp>
    <dsp:sp modelId="{AC4D8C00-6E85-4CDE-9A62-29469D1162BE}">
      <dsp:nvSpPr>
        <dsp:cNvPr id="0" name=""/>
        <dsp:cNvSpPr/>
      </dsp:nvSpPr>
      <dsp:spPr>
        <a:xfrm>
          <a:off x="0" y="601671"/>
          <a:ext cx="1128133" cy="4757484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2663606"/>
            <a:satOff val="-5123"/>
            <a:lumOff val="188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2663606"/>
              <a:satOff val="-5123"/>
              <a:lumOff val="18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88" tIns="165100" rIns="8898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Phase 1: Foundation (Month 1-2)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Establish cross-functional team (HR, Finance, Operations, IT)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• Secure executive sponsorship and $150K initial budget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Define KPIs: absence rate &lt;5%, cost reduction 25%, employee satisfaction &gt;75%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Deploy baseline employee health assessment</a:t>
          </a:r>
        </a:p>
      </dsp:txBody>
      <dsp:txXfrm>
        <a:off x="0" y="827298"/>
        <a:ext cx="1128133" cy="4531857"/>
      </dsp:txXfrm>
    </dsp:sp>
    <dsp:sp modelId="{3550B09E-576D-4AAA-94FC-A26B7CCE3E0A}">
      <dsp:nvSpPr>
        <dsp:cNvPr id="0" name=""/>
        <dsp:cNvSpPr/>
      </dsp:nvSpPr>
      <dsp:spPr>
        <a:xfrm>
          <a:off x="1253481" y="217999"/>
          <a:ext cx="1128133" cy="72"/>
        </a:xfrm>
        <a:prstGeom prst="rect">
          <a:avLst/>
        </a:prstGeom>
        <a:solidFill>
          <a:schemeClr val="accent5">
            <a:tint val="40000"/>
            <a:alpha val="90000"/>
            <a:hueOff val="3995408"/>
            <a:satOff val="-7684"/>
            <a:lumOff val="281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3995408"/>
              <a:satOff val="-7684"/>
              <a:lumOff val="28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EF15A3B-B6ED-4EE7-A1DB-E7C26D0472AC}">
      <dsp:nvSpPr>
        <dsp:cNvPr id="0" name=""/>
        <dsp:cNvSpPr/>
      </dsp:nvSpPr>
      <dsp:spPr>
        <a:xfrm>
          <a:off x="2411698" y="175918"/>
          <a:ext cx="57660" cy="10830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5327211"/>
            <a:satOff val="-10245"/>
            <a:lumOff val="375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5327211"/>
              <a:satOff val="-10245"/>
              <a:lumOff val="37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0C7298-2592-41CC-9935-CBD4F37C8081}">
      <dsp:nvSpPr>
        <dsp:cNvPr id="0" name=""/>
        <dsp:cNvSpPr/>
      </dsp:nvSpPr>
      <dsp:spPr>
        <a:xfrm>
          <a:off x="1599512" y="0"/>
          <a:ext cx="436071" cy="436071"/>
        </a:xfrm>
        <a:prstGeom prst="ellipse">
          <a:avLst/>
        </a:prstGeom>
        <a:gradFill rotWithShape="0">
          <a:gsLst>
            <a:gs pos="0">
              <a:schemeClr val="accent5">
                <a:hueOff val="4737107"/>
                <a:satOff val="-9514"/>
                <a:lumOff val="5556"/>
                <a:alphaOff val="0"/>
                <a:tint val="96000"/>
                <a:lumMod val="100000"/>
              </a:schemeClr>
            </a:gs>
            <a:gs pos="78000">
              <a:schemeClr val="accent5">
                <a:hueOff val="4737107"/>
                <a:satOff val="-9514"/>
                <a:lumOff val="5556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4737107"/>
              <a:satOff val="-9514"/>
              <a:lumOff val="5556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922" tIns="16922" rIns="16922" bIns="1692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</a:t>
          </a:r>
        </a:p>
      </dsp:txBody>
      <dsp:txXfrm>
        <a:off x="1663373" y="63861"/>
        <a:ext cx="308349" cy="308349"/>
      </dsp:txXfrm>
    </dsp:sp>
    <dsp:sp modelId="{80958EE5-9E2C-45FB-9322-885079AE9DFE}">
      <dsp:nvSpPr>
        <dsp:cNvPr id="0" name=""/>
        <dsp:cNvSpPr/>
      </dsp:nvSpPr>
      <dsp:spPr>
        <a:xfrm>
          <a:off x="1253481" y="601671"/>
          <a:ext cx="1128133" cy="4757484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6659014"/>
            <a:satOff val="-12807"/>
            <a:lumOff val="469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6659014"/>
              <a:satOff val="-12807"/>
              <a:lumOff val="46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88" tIns="165100" rIns="8898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Phase 2: Quick Wins (Month 2-3)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Launch high-risk employee coaching program (8 employees)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Implement Monday flexible start times pilot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Begin monthly absence cost tracking dashboard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Expected savings: $75K-$100K in first quarter</a:t>
          </a:r>
        </a:p>
      </dsp:txBody>
      <dsp:txXfrm>
        <a:off x="1253481" y="827298"/>
        <a:ext cx="1128133" cy="4531857"/>
      </dsp:txXfrm>
    </dsp:sp>
    <dsp:sp modelId="{D108ECEC-69D7-4C9D-8AE2-B1B0863B179B}">
      <dsp:nvSpPr>
        <dsp:cNvPr id="0" name=""/>
        <dsp:cNvSpPr/>
      </dsp:nvSpPr>
      <dsp:spPr>
        <a:xfrm>
          <a:off x="2506963" y="217999"/>
          <a:ext cx="1128133" cy="72"/>
        </a:xfrm>
        <a:prstGeom prst="rect">
          <a:avLst/>
        </a:prstGeom>
        <a:solidFill>
          <a:schemeClr val="accent5">
            <a:tint val="40000"/>
            <a:alpha val="90000"/>
            <a:hueOff val="7990817"/>
            <a:satOff val="-15368"/>
            <a:lumOff val="563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7990817"/>
              <a:satOff val="-15368"/>
              <a:lumOff val="56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55E791B-FBFD-4C9B-9432-039FD94AF887}">
      <dsp:nvSpPr>
        <dsp:cNvPr id="0" name=""/>
        <dsp:cNvSpPr/>
      </dsp:nvSpPr>
      <dsp:spPr>
        <a:xfrm>
          <a:off x="3665179" y="175918"/>
          <a:ext cx="57660" cy="10830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9322620"/>
            <a:satOff val="-17930"/>
            <a:lumOff val="657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9322620"/>
              <a:satOff val="-17930"/>
              <a:lumOff val="65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3E94057-29A4-40FE-AFD1-2EFD5DFBDF73}">
      <dsp:nvSpPr>
        <dsp:cNvPr id="0" name=""/>
        <dsp:cNvSpPr/>
      </dsp:nvSpPr>
      <dsp:spPr>
        <a:xfrm>
          <a:off x="2852994" y="0"/>
          <a:ext cx="436071" cy="436071"/>
        </a:xfrm>
        <a:prstGeom prst="ellipse">
          <a:avLst/>
        </a:prstGeom>
        <a:gradFill rotWithShape="0">
          <a:gsLst>
            <a:gs pos="0">
              <a:schemeClr val="accent5">
                <a:hueOff val="9474215"/>
                <a:satOff val="-19027"/>
                <a:lumOff val="11111"/>
                <a:alphaOff val="0"/>
                <a:tint val="96000"/>
                <a:lumMod val="100000"/>
              </a:schemeClr>
            </a:gs>
            <a:gs pos="78000">
              <a:schemeClr val="accent5">
                <a:hueOff val="9474215"/>
                <a:satOff val="-19027"/>
                <a:lumOff val="11111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9474215"/>
              <a:satOff val="-19027"/>
              <a:lumOff val="11111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922" tIns="16922" rIns="16922" bIns="1692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</a:t>
          </a:r>
        </a:p>
      </dsp:txBody>
      <dsp:txXfrm>
        <a:off x="2916855" y="63861"/>
        <a:ext cx="308349" cy="308349"/>
      </dsp:txXfrm>
    </dsp:sp>
    <dsp:sp modelId="{E5771C3B-4085-431C-AA3B-ED971AB1C281}">
      <dsp:nvSpPr>
        <dsp:cNvPr id="0" name=""/>
        <dsp:cNvSpPr/>
      </dsp:nvSpPr>
      <dsp:spPr>
        <a:xfrm>
          <a:off x="2506963" y="601671"/>
          <a:ext cx="1128133" cy="4757484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10654423"/>
            <a:satOff val="-20491"/>
            <a:lumOff val="751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10654423"/>
              <a:satOff val="-20491"/>
              <a:lumOff val="75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88" tIns="165100" rIns="8898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Phase 3: Program Expansion (Month 4-6)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Roll out company-wide wellness initiative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Deploy predictive analytics pilot (30% of workforce)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Establish manager training on absence management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Target: 15% reduction in disease-related absences</a:t>
          </a:r>
        </a:p>
      </dsp:txBody>
      <dsp:txXfrm>
        <a:off x="2506963" y="827298"/>
        <a:ext cx="1128133" cy="4531857"/>
      </dsp:txXfrm>
    </dsp:sp>
    <dsp:sp modelId="{1A43F121-0764-4F43-A60A-0B6855036697}">
      <dsp:nvSpPr>
        <dsp:cNvPr id="0" name=""/>
        <dsp:cNvSpPr/>
      </dsp:nvSpPr>
      <dsp:spPr>
        <a:xfrm>
          <a:off x="3760444" y="217999"/>
          <a:ext cx="564066" cy="72"/>
        </a:xfrm>
        <a:prstGeom prst="rect">
          <a:avLst/>
        </a:prstGeom>
        <a:solidFill>
          <a:schemeClr val="accent5">
            <a:tint val="40000"/>
            <a:alpha val="90000"/>
            <a:hueOff val="11986225"/>
            <a:satOff val="-23052"/>
            <a:lumOff val="844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11986225"/>
              <a:satOff val="-23052"/>
              <a:lumOff val="84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8D08E2C-435E-4101-9BF1-77CEF4F2D6A9}">
      <dsp:nvSpPr>
        <dsp:cNvPr id="0" name=""/>
        <dsp:cNvSpPr/>
      </dsp:nvSpPr>
      <dsp:spPr>
        <a:xfrm>
          <a:off x="4106475" y="0"/>
          <a:ext cx="436071" cy="436071"/>
        </a:xfrm>
        <a:prstGeom prst="ellipse">
          <a:avLst/>
        </a:prstGeom>
        <a:gradFill rotWithShape="0">
          <a:gsLst>
            <a:gs pos="0">
              <a:schemeClr val="accent5">
                <a:hueOff val="14211322"/>
                <a:satOff val="-28541"/>
                <a:lumOff val="16667"/>
                <a:alphaOff val="0"/>
                <a:tint val="96000"/>
                <a:lumMod val="100000"/>
              </a:schemeClr>
            </a:gs>
            <a:gs pos="78000">
              <a:schemeClr val="accent5">
                <a:hueOff val="14211322"/>
                <a:satOff val="-28541"/>
                <a:lumOff val="1666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14211322"/>
              <a:satOff val="-28541"/>
              <a:lumOff val="1666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922" tIns="16922" rIns="16922" bIns="1692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</a:t>
          </a:r>
        </a:p>
      </dsp:txBody>
      <dsp:txXfrm>
        <a:off x="4170336" y="63861"/>
        <a:ext cx="308349" cy="308349"/>
      </dsp:txXfrm>
    </dsp:sp>
    <dsp:sp modelId="{A7626ED7-9868-4A25-ACFF-5D81F0433868}">
      <dsp:nvSpPr>
        <dsp:cNvPr id="0" name=""/>
        <dsp:cNvSpPr/>
      </dsp:nvSpPr>
      <dsp:spPr>
        <a:xfrm>
          <a:off x="3760444" y="601671"/>
          <a:ext cx="1128133" cy="4757484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14649831"/>
            <a:satOff val="-28175"/>
            <a:lumOff val="1032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14649831"/>
              <a:satOff val="-28175"/>
              <a:lumOff val="103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88" tIns="165100" rIns="8898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Phase 4: Optimization (Month 7-12)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Full predictive system deployment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• Quarterly ROI reviews with board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Continuous improvement based on feedback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• Goal: $400K+ annual savings, &lt;3% absence rate</a:t>
          </a:r>
        </a:p>
      </dsp:txBody>
      <dsp:txXfrm>
        <a:off x="3760444" y="827298"/>
        <a:ext cx="1128133" cy="45318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D1F44-0183-4811-96D7-34AD5E061376}">
      <dsp:nvSpPr>
        <dsp:cNvPr id="0" name=""/>
        <dsp:cNvSpPr/>
      </dsp:nvSpPr>
      <dsp:spPr>
        <a:xfrm>
          <a:off x="0" y="17761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78% High-Risk Workforce</a:t>
          </a:r>
        </a:p>
      </dsp:txBody>
      <dsp:txXfrm>
        <a:off x="10281" y="187896"/>
        <a:ext cx="4999048" cy="190038"/>
      </dsp:txXfrm>
    </dsp:sp>
    <dsp:sp modelId="{03E45982-6E58-45F9-8A9D-42A90B0559CD}">
      <dsp:nvSpPr>
        <dsp:cNvPr id="0" name=""/>
        <dsp:cNvSpPr/>
      </dsp:nvSpPr>
      <dsp:spPr>
        <a:xfrm>
          <a:off x="0" y="41413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076503"/>
                <a:satOff val="1241"/>
                <a:lumOff val="414"/>
                <a:alphaOff val="0"/>
                <a:tint val="96000"/>
                <a:lumMod val="100000"/>
              </a:schemeClr>
            </a:gs>
            <a:gs pos="78000">
              <a:schemeClr val="accent2">
                <a:hueOff val="-1076503"/>
                <a:satOff val="1241"/>
                <a:lumOff val="4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BEHAVIORAL DATA:</a:t>
          </a:r>
        </a:p>
      </dsp:txBody>
      <dsp:txXfrm>
        <a:off x="10281" y="424416"/>
        <a:ext cx="4999048" cy="190038"/>
      </dsp:txXfrm>
    </dsp:sp>
    <dsp:sp modelId="{FF005081-1E3F-432A-BB5F-01D605EDA6BE}">
      <dsp:nvSpPr>
        <dsp:cNvPr id="0" name=""/>
        <dsp:cNvSpPr/>
      </dsp:nvSpPr>
      <dsp:spPr>
        <a:xfrm>
          <a:off x="0" y="65065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2153005"/>
                <a:satOff val="2482"/>
                <a:lumOff val="828"/>
                <a:alphaOff val="0"/>
                <a:tint val="96000"/>
                <a:lumMod val="100000"/>
              </a:schemeClr>
            </a:gs>
            <a:gs pos="78000">
              <a:schemeClr val="accent2">
                <a:hueOff val="-2153005"/>
                <a:satOff val="2482"/>
                <a:lumOff val="82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Smoking: Minimal impact</a:t>
          </a:r>
        </a:p>
      </dsp:txBody>
      <dsp:txXfrm>
        <a:off x="10281" y="660936"/>
        <a:ext cx="4999048" cy="190038"/>
      </dsp:txXfrm>
    </dsp:sp>
    <dsp:sp modelId="{DBF2A84B-2A29-4230-8659-8703A7F31ED2}">
      <dsp:nvSpPr>
        <dsp:cNvPr id="0" name=""/>
        <dsp:cNvSpPr/>
      </dsp:nvSpPr>
      <dsp:spPr>
        <a:xfrm>
          <a:off x="0" y="88717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3229508"/>
                <a:satOff val="3723"/>
                <a:lumOff val="1242"/>
                <a:alphaOff val="0"/>
                <a:tint val="96000"/>
                <a:lumMod val="100000"/>
              </a:schemeClr>
            </a:gs>
            <a:gs pos="78000">
              <a:schemeClr val="accent2">
                <a:hueOff val="-3229508"/>
                <a:satOff val="3723"/>
                <a:lumOff val="124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Drinking: 68% MORE hours!</a:t>
          </a:r>
        </a:p>
      </dsp:txBody>
      <dsp:txXfrm>
        <a:off x="10281" y="897456"/>
        <a:ext cx="4999048" cy="190038"/>
      </dsp:txXfrm>
    </dsp:sp>
    <dsp:sp modelId="{B967DDE5-DB5A-440A-B5E6-DA509D95CE9E}">
      <dsp:nvSpPr>
        <dsp:cNvPr id="0" name=""/>
        <dsp:cNvSpPr/>
      </dsp:nvSpPr>
      <dsp:spPr>
        <a:xfrm>
          <a:off x="0" y="112369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4306010"/>
                <a:satOff val="4964"/>
                <a:lumOff val="1656"/>
                <a:alphaOff val="0"/>
                <a:tint val="96000"/>
                <a:lumMod val="100000"/>
              </a:schemeClr>
            </a:gs>
            <a:gs pos="78000">
              <a:schemeClr val="accent2">
                <a:hueOff val="-4306010"/>
                <a:satOff val="4964"/>
                <a:lumOff val="165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(Drinkers 3.2K vs Non-drinkers 1.9K)</a:t>
          </a:r>
        </a:p>
      </dsp:txBody>
      <dsp:txXfrm>
        <a:off x="10281" y="1133976"/>
        <a:ext cx="4999048" cy="190038"/>
      </dsp:txXfrm>
    </dsp:sp>
    <dsp:sp modelId="{ADD74D8B-F068-487A-AADF-58F2808FE2BD}">
      <dsp:nvSpPr>
        <dsp:cNvPr id="0" name=""/>
        <dsp:cNvSpPr/>
      </dsp:nvSpPr>
      <dsp:spPr>
        <a:xfrm>
          <a:off x="0" y="136021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5382513"/>
                <a:satOff val="6205"/>
                <a:lumOff val="2069"/>
                <a:alphaOff val="0"/>
                <a:tint val="96000"/>
                <a:lumMod val="100000"/>
              </a:schemeClr>
            </a:gs>
            <a:gs pos="78000">
              <a:schemeClr val="accent2">
                <a:hueOff val="-5382513"/>
                <a:satOff val="6205"/>
                <a:lumOff val="20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Disciplinary: 700 clean, 40 issues</a:t>
          </a:r>
        </a:p>
      </dsp:txBody>
      <dsp:txXfrm>
        <a:off x="10281" y="1370496"/>
        <a:ext cx="4999048" cy="190038"/>
      </dsp:txXfrm>
    </dsp:sp>
    <dsp:sp modelId="{F52989CA-7AEB-471D-A62E-BC7B24A83212}">
      <dsp:nvSpPr>
        <dsp:cNvPr id="0" name=""/>
        <dsp:cNvSpPr/>
      </dsp:nvSpPr>
      <dsp:spPr>
        <a:xfrm>
          <a:off x="0" y="159673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6459016"/>
                <a:satOff val="7446"/>
                <a:lumOff val="2483"/>
                <a:alphaOff val="0"/>
                <a:tint val="96000"/>
                <a:lumMod val="100000"/>
              </a:schemeClr>
            </a:gs>
            <a:gs pos="78000">
              <a:schemeClr val="accent2">
                <a:hueOff val="-6459016"/>
                <a:satOff val="7446"/>
                <a:lumOff val="248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Risk Matrix: Drinker + Non-Smoker</a:t>
          </a:r>
        </a:p>
      </dsp:txBody>
      <dsp:txXfrm>
        <a:off x="10281" y="1607016"/>
        <a:ext cx="4999048" cy="190038"/>
      </dsp:txXfrm>
    </dsp:sp>
    <dsp:sp modelId="{989E8072-17EF-47AB-BA7E-1F7179BFE423}">
      <dsp:nvSpPr>
        <dsp:cNvPr id="0" name=""/>
        <dsp:cNvSpPr/>
      </dsp:nvSpPr>
      <dsp:spPr>
        <a:xfrm>
          <a:off x="0" y="183325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7535518"/>
                <a:satOff val="8687"/>
                <a:lumOff val="2897"/>
                <a:alphaOff val="0"/>
                <a:tint val="96000"/>
                <a:lumMod val="100000"/>
              </a:schemeClr>
            </a:gs>
            <a:gs pos="78000">
              <a:schemeClr val="accent2">
                <a:hueOff val="-7535518"/>
                <a:satOff val="8687"/>
                <a:lumOff val="289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= 3,066 hours (highest risk)</a:t>
          </a:r>
        </a:p>
      </dsp:txBody>
      <dsp:txXfrm>
        <a:off x="10281" y="1843536"/>
        <a:ext cx="4999048" cy="190038"/>
      </dsp:txXfrm>
    </dsp:sp>
    <dsp:sp modelId="{BABBCADE-6D61-41FD-B328-C81337AA8A3F}">
      <dsp:nvSpPr>
        <dsp:cNvPr id="0" name=""/>
        <dsp:cNvSpPr/>
      </dsp:nvSpPr>
      <dsp:spPr>
        <a:xfrm>
          <a:off x="0" y="206977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8612021"/>
                <a:satOff val="9928"/>
                <a:lumOff val="3311"/>
                <a:alphaOff val="0"/>
                <a:tint val="96000"/>
                <a:lumMod val="100000"/>
              </a:schemeClr>
            </a:gs>
            <a:gs pos="78000">
              <a:schemeClr val="accent2">
                <a:hueOff val="-8612021"/>
                <a:satOff val="9928"/>
                <a:lumOff val="331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78% HIGH-RISK INTERPRETATION:</a:t>
          </a:r>
        </a:p>
      </dsp:txBody>
      <dsp:txXfrm>
        <a:off x="10281" y="2080056"/>
        <a:ext cx="4999048" cy="190038"/>
      </dsp:txXfrm>
    </dsp:sp>
    <dsp:sp modelId="{23AF6B4F-673C-4066-B2DC-5FD2FD851858}">
      <dsp:nvSpPr>
        <dsp:cNvPr id="0" name=""/>
        <dsp:cNvSpPr/>
      </dsp:nvSpPr>
      <dsp:spPr>
        <a:xfrm>
          <a:off x="0" y="230629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9688523"/>
                <a:satOff val="11169"/>
                <a:lumOff val="3725"/>
                <a:alphaOff val="0"/>
                <a:tint val="96000"/>
                <a:lumMod val="100000"/>
              </a:schemeClr>
            </a:gs>
            <a:gs pos="78000">
              <a:schemeClr val="accent2">
                <a:hueOff val="-9688523"/>
                <a:satOff val="11169"/>
                <a:lumOff val="372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When three-quarters show risk factors,</a:t>
          </a:r>
        </a:p>
      </dsp:txBody>
      <dsp:txXfrm>
        <a:off x="10281" y="2316576"/>
        <a:ext cx="4999048" cy="190038"/>
      </dsp:txXfrm>
    </dsp:sp>
    <dsp:sp modelId="{AB8CA142-23ED-4495-ADAC-4C99BF75078B}">
      <dsp:nvSpPr>
        <dsp:cNvPr id="0" name=""/>
        <dsp:cNvSpPr/>
      </dsp:nvSpPr>
      <dsp:spPr>
        <a:xfrm>
          <a:off x="0" y="254281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0765026"/>
                <a:satOff val="12410"/>
                <a:lumOff val="4139"/>
                <a:alphaOff val="0"/>
                <a:tint val="96000"/>
                <a:lumMod val="100000"/>
              </a:schemeClr>
            </a:gs>
            <a:gs pos="78000">
              <a:schemeClr val="accent2">
                <a:hueOff val="-10765026"/>
                <a:satOff val="12410"/>
                <a:lumOff val="413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this is SYSTEMATIC not individual</a:t>
          </a:r>
        </a:p>
      </dsp:txBody>
      <dsp:txXfrm>
        <a:off x="10281" y="2553096"/>
        <a:ext cx="4999048" cy="190038"/>
      </dsp:txXfrm>
    </dsp:sp>
    <dsp:sp modelId="{4B3A27BC-6270-40A3-B084-32B67B1CCE67}">
      <dsp:nvSpPr>
        <dsp:cNvPr id="0" name=""/>
        <dsp:cNvSpPr/>
      </dsp:nvSpPr>
      <dsp:spPr>
        <a:xfrm>
          <a:off x="0" y="277933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1841529"/>
                <a:satOff val="13651"/>
                <a:lumOff val="4553"/>
                <a:alphaOff val="0"/>
                <a:tint val="96000"/>
                <a:lumMod val="100000"/>
              </a:schemeClr>
            </a:gs>
            <a:gs pos="78000">
              <a:schemeClr val="accent2">
                <a:hueOff val="-11841529"/>
                <a:satOff val="13651"/>
                <a:lumOff val="45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Requires organizational wellness</a:t>
          </a:r>
        </a:p>
      </dsp:txBody>
      <dsp:txXfrm>
        <a:off x="10281" y="2789616"/>
        <a:ext cx="4999048" cy="190038"/>
      </dsp:txXfrm>
    </dsp:sp>
    <dsp:sp modelId="{2933DA99-D23A-4A5B-B663-7F0F6B5DA69C}">
      <dsp:nvSpPr>
        <dsp:cNvPr id="0" name=""/>
        <dsp:cNvSpPr/>
      </dsp:nvSpPr>
      <dsp:spPr>
        <a:xfrm>
          <a:off x="0" y="301585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2918031"/>
                <a:satOff val="14892"/>
                <a:lumOff val="4967"/>
                <a:alphaOff val="0"/>
                <a:tint val="96000"/>
                <a:lumMod val="100000"/>
              </a:schemeClr>
            </a:gs>
            <a:gs pos="78000">
              <a:schemeClr val="accent2">
                <a:hueOff val="-12918031"/>
                <a:satOff val="14892"/>
                <a:lumOff val="496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strategy, not person-by-person fixes</a:t>
          </a:r>
        </a:p>
      </dsp:txBody>
      <dsp:txXfrm>
        <a:off x="10281" y="3026136"/>
        <a:ext cx="4999048" cy="190038"/>
      </dsp:txXfrm>
    </dsp:sp>
    <dsp:sp modelId="{B7855826-6A46-4529-9B23-7900C44006D7}">
      <dsp:nvSpPr>
        <dsp:cNvPr id="0" name=""/>
        <dsp:cNvSpPr/>
      </dsp:nvSpPr>
      <dsp:spPr>
        <a:xfrm>
          <a:off x="0" y="325237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3994533"/>
                <a:satOff val="16133"/>
                <a:lumOff val="5381"/>
                <a:alphaOff val="0"/>
                <a:tint val="96000"/>
                <a:lumMod val="100000"/>
              </a:schemeClr>
            </a:gs>
            <a:gs pos="78000">
              <a:schemeClr val="accent2">
                <a:hueOff val="-13994533"/>
                <a:satOff val="16133"/>
                <a:lumOff val="538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INTERVENTIONS:</a:t>
          </a:r>
        </a:p>
      </dsp:txBody>
      <dsp:txXfrm>
        <a:off x="10281" y="3262656"/>
        <a:ext cx="4999048" cy="190038"/>
      </dsp:txXfrm>
    </dsp:sp>
    <dsp:sp modelId="{5A9D059D-2BDF-4A07-9A20-38549032F069}">
      <dsp:nvSpPr>
        <dsp:cNvPr id="0" name=""/>
        <dsp:cNvSpPr/>
      </dsp:nvSpPr>
      <dsp:spPr>
        <a:xfrm>
          <a:off x="0" y="3488895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5071037"/>
                <a:satOff val="17374"/>
                <a:lumOff val="5794"/>
                <a:alphaOff val="0"/>
                <a:tint val="96000"/>
                <a:lumMod val="100000"/>
              </a:schemeClr>
            </a:gs>
            <a:gs pos="78000">
              <a:schemeClr val="accent2">
                <a:hueOff val="-15071037"/>
                <a:satOff val="17374"/>
                <a:lumOff val="579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EAP expansion (supportive approach)</a:t>
          </a:r>
        </a:p>
      </dsp:txBody>
      <dsp:txXfrm>
        <a:off x="10281" y="3499176"/>
        <a:ext cx="4999048" cy="190038"/>
      </dsp:txXfrm>
    </dsp:sp>
    <dsp:sp modelId="{F0F25894-DD64-4995-9853-C2957FF01BE1}">
      <dsp:nvSpPr>
        <dsp:cNvPr id="0" name=""/>
        <dsp:cNvSpPr/>
      </dsp:nvSpPr>
      <dsp:spPr>
        <a:xfrm>
          <a:off x="0" y="3725414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6147538"/>
                <a:satOff val="18615"/>
                <a:lumOff val="6208"/>
                <a:alphaOff val="0"/>
                <a:tint val="96000"/>
                <a:lumMod val="100000"/>
              </a:schemeClr>
            </a:gs>
            <a:gs pos="78000">
              <a:schemeClr val="accent2">
                <a:hueOff val="-16147538"/>
                <a:satOff val="18615"/>
                <a:lumOff val="620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Substance awareness training</a:t>
          </a:r>
        </a:p>
      </dsp:txBody>
      <dsp:txXfrm>
        <a:off x="10281" y="3735695"/>
        <a:ext cx="4999048" cy="190038"/>
      </dsp:txXfrm>
    </dsp:sp>
    <dsp:sp modelId="{0A1D9979-4CA3-4720-987A-A6CB85994C82}">
      <dsp:nvSpPr>
        <dsp:cNvPr id="0" name=""/>
        <dsp:cNvSpPr/>
      </dsp:nvSpPr>
      <dsp:spPr>
        <a:xfrm>
          <a:off x="0" y="3961934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7224041"/>
                <a:satOff val="19856"/>
                <a:lumOff val="6622"/>
                <a:alphaOff val="0"/>
                <a:tint val="96000"/>
                <a:lumMod val="100000"/>
              </a:schemeClr>
            </a:gs>
            <a:gs pos="78000">
              <a:schemeClr val="accent2">
                <a:hueOff val="-17224041"/>
                <a:satOff val="19856"/>
                <a:lumOff val="662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Confidential counseling</a:t>
          </a:r>
        </a:p>
      </dsp:txBody>
      <dsp:txXfrm>
        <a:off x="10281" y="3972215"/>
        <a:ext cx="4999048" cy="190038"/>
      </dsp:txXfrm>
    </dsp:sp>
    <dsp:sp modelId="{DAE7DC1D-BC96-4B25-8265-A7C0B615E69C}">
      <dsp:nvSpPr>
        <dsp:cNvPr id="0" name=""/>
        <dsp:cNvSpPr/>
      </dsp:nvSpPr>
      <dsp:spPr>
        <a:xfrm>
          <a:off x="0" y="4198454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8300544"/>
                <a:satOff val="21097"/>
                <a:lumOff val="7036"/>
                <a:alphaOff val="0"/>
                <a:tint val="96000"/>
                <a:lumMod val="100000"/>
              </a:schemeClr>
            </a:gs>
            <a:gs pos="78000">
              <a:schemeClr val="accent2">
                <a:hueOff val="-18300544"/>
                <a:satOff val="21097"/>
                <a:lumOff val="703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Job satisfaction surveys</a:t>
          </a:r>
        </a:p>
      </dsp:txBody>
      <dsp:txXfrm>
        <a:off x="10281" y="4208735"/>
        <a:ext cx="4999048" cy="190038"/>
      </dsp:txXfrm>
    </dsp:sp>
    <dsp:sp modelId="{5E866C70-2C90-488C-99EA-6339C92B1C7B}">
      <dsp:nvSpPr>
        <dsp:cNvPr id="0" name=""/>
        <dsp:cNvSpPr/>
      </dsp:nvSpPr>
      <dsp:spPr>
        <a:xfrm>
          <a:off x="0" y="4434974"/>
          <a:ext cx="5019610" cy="210600"/>
        </a:xfrm>
        <a:prstGeom prst="roundRect">
          <a:avLst/>
        </a:prstGeom>
        <a:gradFill rotWithShape="0">
          <a:gsLst>
            <a:gs pos="0">
              <a:schemeClr val="accent2">
                <a:hueOff val="-19377047"/>
                <a:satOff val="22338"/>
                <a:lumOff val="7450"/>
                <a:alphaOff val="0"/>
                <a:tint val="96000"/>
                <a:lumMod val="100000"/>
              </a:schemeClr>
            </a:gs>
            <a:gs pos="78000">
              <a:schemeClr val="accent2">
                <a:hueOff val="-19377047"/>
                <a:satOff val="22338"/>
                <a:lumOff val="745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Not judgment - removing barriers</a:t>
          </a:r>
        </a:p>
      </dsp:txBody>
      <dsp:txXfrm>
        <a:off x="10281" y="4445255"/>
        <a:ext cx="4999048" cy="19003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40C6F3-EC4C-477C-B52E-3E2A7C69E0CF}">
      <dsp:nvSpPr>
        <dsp:cNvPr id="0" name=""/>
        <dsp:cNvSpPr/>
      </dsp:nvSpPr>
      <dsp:spPr>
        <a:xfrm rot="5400000">
          <a:off x="1806664" y="-677743"/>
          <a:ext cx="440092" cy="190749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Absenteeism is material financial issue demanding C-suite prioritization</a:t>
          </a:r>
        </a:p>
      </dsp:txBody>
      <dsp:txXfrm rot="-5400000">
        <a:off x="1072964" y="77441"/>
        <a:ext cx="1886008" cy="397124"/>
      </dsp:txXfrm>
    </dsp:sp>
    <dsp:sp modelId="{62D30D75-8FBE-4DE0-ABBC-27EEFB5C9136}">
      <dsp:nvSpPr>
        <dsp:cNvPr id="0" name=""/>
        <dsp:cNvSpPr/>
      </dsp:nvSpPr>
      <dsp:spPr>
        <a:xfrm>
          <a:off x="0" y="944"/>
          <a:ext cx="1072964" cy="55011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1. $1M+ Problem Requires Executive Action</a:t>
          </a:r>
          <a:endParaRPr lang="en-US" sz="800" kern="1200"/>
        </a:p>
      </dsp:txBody>
      <dsp:txXfrm>
        <a:off x="26854" y="27798"/>
        <a:ext cx="1019256" cy="496407"/>
      </dsp:txXfrm>
    </dsp:sp>
    <dsp:sp modelId="{5BA706CF-080D-4D29-B87E-B2D5C8422DB8}">
      <dsp:nvSpPr>
        <dsp:cNvPr id="0" name=""/>
        <dsp:cNvSpPr/>
      </dsp:nvSpPr>
      <dsp:spPr>
        <a:xfrm rot="5400000">
          <a:off x="1806664" y="-100122"/>
          <a:ext cx="440092" cy="1907492"/>
        </a:xfrm>
        <a:prstGeom prst="round2SameRect">
          <a:avLst/>
        </a:prstGeom>
        <a:solidFill>
          <a:schemeClr val="accent2">
            <a:tint val="40000"/>
            <a:alpha val="90000"/>
            <a:hueOff val="-4059636"/>
            <a:satOff val="6505"/>
            <a:lumOff val="543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4059636"/>
              <a:satOff val="6505"/>
              <a:lumOff val="5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8 high-risk employees, Monday patterns, disease focus = clear action plan</a:t>
          </a:r>
        </a:p>
      </dsp:txBody>
      <dsp:txXfrm rot="-5400000">
        <a:off x="1072964" y="655062"/>
        <a:ext cx="1886008" cy="397124"/>
      </dsp:txXfrm>
    </dsp:sp>
    <dsp:sp modelId="{F5AD3CEF-29C3-4951-86F4-C54FC878FC73}">
      <dsp:nvSpPr>
        <dsp:cNvPr id="0" name=""/>
        <dsp:cNvSpPr/>
      </dsp:nvSpPr>
      <dsp:spPr>
        <a:xfrm>
          <a:off x="0" y="578565"/>
          <a:ext cx="1072964" cy="550115"/>
        </a:xfrm>
        <a:prstGeom prst="roundRect">
          <a:avLst/>
        </a:prstGeom>
        <a:gradFill rotWithShape="0">
          <a:gsLst>
            <a:gs pos="0">
              <a:schemeClr val="accent2">
                <a:hueOff val="-3875409"/>
                <a:satOff val="4468"/>
                <a:lumOff val="1490"/>
                <a:alphaOff val="0"/>
                <a:tint val="96000"/>
                <a:lumMod val="100000"/>
              </a:schemeClr>
            </a:gs>
            <a:gs pos="78000">
              <a:schemeClr val="accent2">
                <a:hueOff val="-3875409"/>
                <a:satOff val="4468"/>
                <a:lumOff val="149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2. Data Identifies Precise Intervention Points</a:t>
          </a:r>
          <a:endParaRPr lang="en-US" sz="800" kern="1200"/>
        </a:p>
      </dsp:txBody>
      <dsp:txXfrm>
        <a:off x="26854" y="605419"/>
        <a:ext cx="1019256" cy="496407"/>
      </dsp:txXfrm>
    </dsp:sp>
    <dsp:sp modelId="{2CE5A7F5-E7F4-4CFE-8F89-7E6CC6560109}">
      <dsp:nvSpPr>
        <dsp:cNvPr id="0" name=""/>
        <dsp:cNvSpPr/>
      </dsp:nvSpPr>
      <dsp:spPr>
        <a:xfrm rot="5400000">
          <a:off x="1806664" y="477498"/>
          <a:ext cx="440092" cy="1907492"/>
        </a:xfrm>
        <a:prstGeom prst="round2SameRect">
          <a:avLst/>
        </a:prstGeom>
        <a:solidFill>
          <a:schemeClr val="accent2">
            <a:tint val="40000"/>
            <a:alpha val="90000"/>
            <a:hueOff val="-8119273"/>
            <a:satOff val="13011"/>
            <a:lumOff val="1086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8119273"/>
              <a:satOff val="13011"/>
              <a:lumOff val="10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107% Year 1 ROI with 5.8-month payback makes business case compelling</a:t>
          </a:r>
        </a:p>
      </dsp:txBody>
      <dsp:txXfrm rot="-5400000">
        <a:off x="1072964" y="1232682"/>
        <a:ext cx="1886008" cy="397124"/>
      </dsp:txXfrm>
    </dsp:sp>
    <dsp:sp modelId="{6C3436A1-B308-488A-8DB7-E3403704666E}">
      <dsp:nvSpPr>
        <dsp:cNvPr id="0" name=""/>
        <dsp:cNvSpPr/>
      </dsp:nvSpPr>
      <dsp:spPr>
        <a:xfrm>
          <a:off x="0" y="1156186"/>
          <a:ext cx="1072964" cy="550115"/>
        </a:xfrm>
        <a:prstGeom prst="roundRect">
          <a:avLst/>
        </a:prstGeom>
        <a:gradFill rotWithShape="0">
          <a:gsLst>
            <a:gs pos="0">
              <a:schemeClr val="accent2">
                <a:hueOff val="-7750819"/>
                <a:satOff val="8935"/>
                <a:lumOff val="2980"/>
                <a:alphaOff val="0"/>
                <a:tint val="96000"/>
                <a:lumMod val="100000"/>
              </a:schemeClr>
            </a:gs>
            <a:gs pos="78000">
              <a:schemeClr val="accent2">
                <a:hueOff val="-7750819"/>
                <a:satOff val="8935"/>
                <a:lumOff val="298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3. ROI Justifies Investment</a:t>
          </a:r>
          <a:endParaRPr lang="en-US" sz="800" kern="1200"/>
        </a:p>
      </dsp:txBody>
      <dsp:txXfrm>
        <a:off x="26854" y="1183040"/>
        <a:ext cx="1019256" cy="496407"/>
      </dsp:txXfrm>
    </dsp:sp>
    <dsp:sp modelId="{5C5C4C6B-890F-49B7-A50C-DD6982E089BF}">
      <dsp:nvSpPr>
        <dsp:cNvPr id="0" name=""/>
        <dsp:cNvSpPr/>
      </dsp:nvSpPr>
      <dsp:spPr>
        <a:xfrm rot="5400000">
          <a:off x="1806664" y="1055119"/>
          <a:ext cx="440092" cy="1907492"/>
        </a:xfrm>
        <a:prstGeom prst="round2SameRect">
          <a:avLst/>
        </a:prstGeom>
        <a:solidFill>
          <a:schemeClr val="accent2">
            <a:tint val="40000"/>
            <a:alpha val="90000"/>
            <a:hueOff val="-12178909"/>
            <a:satOff val="19516"/>
            <a:lumOff val="163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12178909"/>
              <a:satOff val="19516"/>
              <a:lumOff val="163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Future success requires shifting from historical reporting to forecasting and prevention</a:t>
          </a:r>
        </a:p>
      </dsp:txBody>
      <dsp:txXfrm rot="-5400000">
        <a:off x="1072964" y="1810303"/>
        <a:ext cx="1886008" cy="397124"/>
      </dsp:txXfrm>
    </dsp:sp>
    <dsp:sp modelId="{E6E438AA-A0C5-4608-A358-6116DFD5CD17}">
      <dsp:nvSpPr>
        <dsp:cNvPr id="0" name=""/>
        <dsp:cNvSpPr/>
      </dsp:nvSpPr>
      <dsp:spPr>
        <a:xfrm>
          <a:off x="0" y="1733807"/>
          <a:ext cx="1072964" cy="550115"/>
        </a:xfrm>
        <a:prstGeom prst="roundRect">
          <a:avLst/>
        </a:prstGeom>
        <a:gradFill rotWithShape="0">
          <a:gsLst>
            <a:gs pos="0">
              <a:schemeClr val="accent2">
                <a:hueOff val="-11626229"/>
                <a:satOff val="13403"/>
                <a:lumOff val="4470"/>
                <a:alphaOff val="0"/>
                <a:tint val="96000"/>
                <a:lumMod val="100000"/>
              </a:schemeClr>
            </a:gs>
            <a:gs pos="78000">
              <a:schemeClr val="accent2">
                <a:hueOff val="-11626229"/>
                <a:satOff val="13403"/>
                <a:lumOff val="447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4. Predictive &gt; Reactive</a:t>
          </a:r>
          <a:endParaRPr lang="en-US" sz="800" kern="1200"/>
        </a:p>
      </dsp:txBody>
      <dsp:txXfrm>
        <a:off x="26854" y="1760661"/>
        <a:ext cx="1019256" cy="496407"/>
      </dsp:txXfrm>
    </dsp:sp>
    <dsp:sp modelId="{A387AF75-0D90-4A1F-B359-E36C140D9BFA}">
      <dsp:nvSpPr>
        <dsp:cNvPr id="0" name=""/>
        <dsp:cNvSpPr/>
      </dsp:nvSpPr>
      <dsp:spPr>
        <a:xfrm rot="5400000">
          <a:off x="1806664" y="1632740"/>
          <a:ext cx="440092" cy="1907492"/>
        </a:xfrm>
        <a:prstGeom prst="round2SameRect">
          <a:avLst/>
        </a:prstGeom>
        <a:solidFill>
          <a:schemeClr val="accent2">
            <a:tint val="40000"/>
            <a:alpha val="90000"/>
            <a:hueOff val="-16238546"/>
            <a:satOff val="26022"/>
            <a:lumOff val="2173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16238546"/>
              <a:satOff val="26022"/>
              <a:lumOff val="21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Solution requires HR, Finance, Operations collaboration - not siloed initiative</a:t>
          </a:r>
        </a:p>
      </dsp:txBody>
      <dsp:txXfrm rot="-5400000">
        <a:off x="1072964" y="2387924"/>
        <a:ext cx="1886008" cy="397124"/>
      </dsp:txXfrm>
    </dsp:sp>
    <dsp:sp modelId="{CE310207-87E3-4972-B9A2-D71FE3D55992}">
      <dsp:nvSpPr>
        <dsp:cNvPr id="0" name=""/>
        <dsp:cNvSpPr/>
      </dsp:nvSpPr>
      <dsp:spPr>
        <a:xfrm>
          <a:off x="0" y="2311428"/>
          <a:ext cx="1072964" cy="550115"/>
        </a:xfrm>
        <a:prstGeom prst="roundRect">
          <a:avLst/>
        </a:prstGeom>
        <a:gradFill rotWithShape="0">
          <a:gsLst>
            <a:gs pos="0">
              <a:schemeClr val="accent2">
                <a:hueOff val="-15501638"/>
                <a:satOff val="17870"/>
                <a:lumOff val="5960"/>
                <a:alphaOff val="0"/>
                <a:tint val="96000"/>
                <a:lumMod val="100000"/>
              </a:schemeClr>
            </a:gs>
            <a:gs pos="78000">
              <a:schemeClr val="accent2">
                <a:hueOff val="-15501638"/>
                <a:satOff val="17870"/>
                <a:lumOff val="596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5. Integrated Approach Essential</a:t>
          </a:r>
          <a:endParaRPr lang="en-US" sz="800" kern="1200"/>
        </a:p>
      </dsp:txBody>
      <dsp:txXfrm>
        <a:off x="26854" y="2338282"/>
        <a:ext cx="1019256" cy="496407"/>
      </dsp:txXfrm>
    </dsp:sp>
    <dsp:sp modelId="{D01F3F18-FAA9-4C34-B76F-7A5170677559}">
      <dsp:nvSpPr>
        <dsp:cNvPr id="0" name=""/>
        <dsp:cNvSpPr/>
      </dsp:nvSpPr>
      <dsp:spPr>
        <a:xfrm rot="5400000">
          <a:off x="1806664" y="2210361"/>
          <a:ext cx="440092" cy="1907492"/>
        </a:xfrm>
        <a:prstGeom prst="round2SameRect">
          <a:avLst/>
        </a:prstGeom>
        <a:solidFill>
          <a:schemeClr val="accent2">
            <a:tint val="40000"/>
            <a:alpha val="90000"/>
            <a:hueOff val="-20298181"/>
            <a:satOff val="32527"/>
            <a:lumOff val="2716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20298181"/>
              <a:satOff val="32527"/>
              <a:lumOff val="271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Immediate Monday staffing changes and high-risk employee outreach create credibility</a:t>
          </a:r>
        </a:p>
      </dsp:txBody>
      <dsp:txXfrm rot="-5400000">
        <a:off x="1072964" y="2965545"/>
        <a:ext cx="1886008" cy="397124"/>
      </dsp:txXfrm>
    </dsp:sp>
    <dsp:sp modelId="{AA1D09CF-0341-425C-A89B-DAE6D130F177}">
      <dsp:nvSpPr>
        <dsp:cNvPr id="0" name=""/>
        <dsp:cNvSpPr/>
      </dsp:nvSpPr>
      <dsp:spPr>
        <a:xfrm>
          <a:off x="0" y="2889049"/>
          <a:ext cx="1072964" cy="550115"/>
        </a:xfrm>
        <a:prstGeom prst="roundRect">
          <a:avLst/>
        </a:prstGeom>
        <a:gradFill rotWithShape="0">
          <a:gsLst>
            <a:gs pos="0">
              <a:schemeClr val="accent2">
                <a:hueOff val="-19377047"/>
                <a:satOff val="22338"/>
                <a:lumOff val="7450"/>
                <a:alphaOff val="0"/>
                <a:tint val="96000"/>
                <a:lumMod val="100000"/>
              </a:schemeClr>
            </a:gs>
            <a:gs pos="78000">
              <a:schemeClr val="accent2">
                <a:hueOff val="-19377047"/>
                <a:satOff val="22338"/>
                <a:lumOff val="745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b="1" kern="1200"/>
            <a:t>6. Quick Wins Build Momentum</a:t>
          </a:r>
          <a:endParaRPr lang="en-US" sz="800" kern="1200"/>
        </a:p>
      </dsp:txBody>
      <dsp:txXfrm>
        <a:off x="26854" y="2915903"/>
        <a:ext cx="1019256" cy="49640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7A273-C3E3-4360-A5BB-C96AB76535AA}">
      <dsp:nvSpPr>
        <dsp:cNvPr id="0" name=""/>
        <dsp:cNvSpPr/>
      </dsp:nvSpPr>
      <dsp:spPr>
        <a:xfrm>
          <a:off x="1092093" y="542189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95503" y="586658"/>
        <a:ext cx="12495" cy="2501"/>
      </dsp:txXfrm>
    </dsp:sp>
    <dsp:sp modelId="{4AF119A1-4B21-40C9-944B-8AC3B0E47E9A}">
      <dsp:nvSpPr>
        <dsp:cNvPr id="0" name=""/>
        <dsp:cNvSpPr/>
      </dsp:nvSpPr>
      <dsp:spPr>
        <a:xfrm>
          <a:off x="7299" y="261931"/>
          <a:ext cx="1086593" cy="6519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4-Tier Action Plan</a:t>
          </a:r>
        </a:p>
      </dsp:txBody>
      <dsp:txXfrm>
        <a:off x="7299" y="261931"/>
        <a:ext cx="1086593" cy="651956"/>
      </dsp:txXfrm>
    </dsp:sp>
    <dsp:sp modelId="{0B4BD2F1-D48A-4A22-96E5-2B5F1D84565C}">
      <dsp:nvSpPr>
        <dsp:cNvPr id="0" name=""/>
        <dsp:cNvSpPr/>
      </dsp:nvSpPr>
      <dsp:spPr>
        <a:xfrm>
          <a:off x="2428603" y="542189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32013" y="586658"/>
        <a:ext cx="12495" cy="2501"/>
      </dsp:txXfrm>
    </dsp:sp>
    <dsp:sp modelId="{77E9D4A9-068C-4590-BC45-36427FE9AC4F}">
      <dsp:nvSpPr>
        <dsp:cNvPr id="0" name=""/>
        <dsp:cNvSpPr/>
      </dsp:nvSpPr>
      <dsp:spPr>
        <a:xfrm>
          <a:off x="1343809" y="261931"/>
          <a:ext cx="1086593" cy="6519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TIER 1 - Immediate (30 Days):</a:t>
          </a:r>
        </a:p>
      </dsp:txBody>
      <dsp:txXfrm>
        <a:off x="1343809" y="261931"/>
        <a:ext cx="1086593" cy="651956"/>
      </dsp:txXfrm>
    </dsp:sp>
    <dsp:sp modelId="{2812FCC5-4D1D-4807-8AE7-1F2843E20528}">
      <dsp:nvSpPr>
        <dsp:cNvPr id="0" name=""/>
        <dsp:cNvSpPr/>
      </dsp:nvSpPr>
      <dsp:spPr>
        <a:xfrm>
          <a:off x="3765113" y="542189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68524" y="586658"/>
        <a:ext cx="12495" cy="2501"/>
      </dsp:txXfrm>
    </dsp:sp>
    <dsp:sp modelId="{EF828871-0F56-44C0-98AB-1375FE425BAC}">
      <dsp:nvSpPr>
        <dsp:cNvPr id="0" name=""/>
        <dsp:cNvSpPr/>
      </dsp:nvSpPr>
      <dsp:spPr>
        <a:xfrm>
          <a:off x="2680320" y="261931"/>
          <a:ext cx="1086593" cy="6519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Address 33 unjustified absences</a:t>
          </a:r>
        </a:p>
      </dsp:txBody>
      <dsp:txXfrm>
        <a:off x="2680320" y="261931"/>
        <a:ext cx="1086593" cy="651956"/>
      </dsp:txXfrm>
    </dsp:sp>
    <dsp:sp modelId="{44BE39E8-CD7C-44A1-9B4F-4B2B1AA3C2D2}">
      <dsp:nvSpPr>
        <dsp:cNvPr id="0" name=""/>
        <dsp:cNvSpPr/>
      </dsp:nvSpPr>
      <dsp:spPr>
        <a:xfrm>
          <a:off x="5101624" y="542189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05034" y="586658"/>
        <a:ext cx="12495" cy="2501"/>
      </dsp:txXfrm>
    </dsp:sp>
    <dsp:sp modelId="{2EC9DEEF-5A8E-4039-A428-D58428E43994}">
      <dsp:nvSpPr>
        <dsp:cNvPr id="0" name=""/>
        <dsp:cNvSpPr/>
      </dsp:nvSpPr>
      <dsp:spPr>
        <a:xfrm>
          <a:off x="4016830" y="261931"/>
          <a:ext cx="1086593" cy="6519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Assess 28 high-risk employees</a:t>
          </a:r>
        </a:p>
      </dsp:txBody>
      <dsp:txXfrm>
        <a:off x="4016830" y="261931"/>
        <a:ext cx="1086593" cy="651956"/>
      </dsp:txXfrm>
    </dsp:sp>
    <dsp:sp modelId="{6EFFDFC5-9314-472B-AB72-F26634504D0D}">
      <dsp:nvSpPr>
        <dsp:cNvPr id="0" name=""/>
        <dsp:cNvSpPr/>
      </dsp:nvSpPr>
      <dsp:spPr>
        <a:xfrm>
          <a:off x="550596" y="912087"/>
          <a:ext cx="5346041" cy="219316"/>
        </a:xfrm>
        <a:custGeom>
          <a:avLst/>
          <a:gdLst/>
          <a:ahLst/>
          <a:cxnLst/>
          <a:rect l="0" t="0" r="0" b="0"/>
          <a:pathLst>
            <a:path>
              <a:moveTo>
                <a:pt x="5346041" y="0"/>
              </a:moveTo>
              <a:lnTo>
                <a:pt x="5346041" y="126758"/>
              </a:lnTo>
              <a:lnTo>
                <a:pt x="0" y="126758"/>
              </a:lnTo>
              <a:lnTo>
                <a:pt x="0" y="219316"/>
              </a:lnTo>
            </a:path>
          </a:pathLst>
        </a:custGeom>
        <a:noFill/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89820" y="1020494"/>
        <a:ext cx="267593" cy="2501"/>
      </dsp:txXfrm>
    </dsp:sp>
    <dsp:sp modelId="{CFAD9E16-EDC4-4341-A302-8A6B3C6432A4}">
      <dsp:nvSpPr>
        <dsp:cNvPr id="0" name=""/>
        <dsp:cNvSpPr/>
      </dsp:nvSpPr>
      <dsp:spPr>
        <a:xfrm>
          <a:off x="5353340" y="261931"/>
          <a:ext cx="1086593" cy="6519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Launch Monday intervention program</a:t>
          </a:r>
        </a:p>
      </dsp:txBody>
      <dsp:txXfrm>
        <a:off x="5353340" y="261931"/>
        <a:ext cx="1086593" cy="651956"/>
      </dsp:txXfrm>
    </dsp:sp>
    <dsp:sp modelId="{1FA886DE-B7ED-448C-A0D9-A357EB07DD18}">
      <dsp:nvSpPr>
        <dsp:cNvPr id="0" name=""/>
        <dsp:cNvSpPr/>
      </dsp:nvSpPr>
      <dsp:spPr>
        <a:xfrm>
          <a:off x="1092093" y="1444062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95503" y="1488531"/>
        <a:ext cx="12495" cy="2501"/>
      </dsp:txXfrm>
    </dsp:sp>
    <dsp:sp modelId="{C60A9037-2862-4119-A879-5DD6653321E8}">
      <dsp:nvSpPr>
        <dsp:cNvPr id="0" name=""/>
        <dsp:cNvSpPr/>
      </dsp:nvSpPr>
      <dsp:spPr>
        <a:xfrm>
          <a:off x="7299" y="1163803"/>
          <a:ext cx="1086593" cy="6519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TIER 2 - Short-Term (90 Days):</a:t>
          </a:r>
        </a:p>
      </dsp:txBody>
      <dsp:txXfrm>
        <a:off x="7299" y="1163803"/>
        <a:ext cx="1086593" cy="651956"/>
      </dsp:txXfrm>
    </dsp:sp>
    <dsp:sp modelId="{1D605249-C685-4060-B092-9876346BE92B}">
      <dsp:nvSpPr>
        <dsp:cNvPr id="0" name=""/>
        <dsp:cNvSpPr/>
      </dsp:nvSpPr>
      <dsp:spPr>
        <a:xfrm>
          <a:off x="2428603" y="1444062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32013" y="1488531"/>
        <a:ext cx="12495" cy="2501"/>
      </dsp:txXfrm>
    </dsp:sp>
    <dsp:sp modelId="{0ECF44C7-F014-430B-A34B-8EA7ACCA38E8}">
      <dsp:nvSpPr>
        <dsp:cNvPr id="0" name=""/>
        <dsp:cNvSpPr/>
      </dsp:nvSpPr>
      <dsp:spPr>
        <a:xfrm>
          <a:off x="1343809" y="1163803"/>
          <a:ext cx="1086593" cy="6519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Ergonomic assessment program</a:t>
          </a:r>
        </a:p>
      </dsp:txBody>
      <dsp:txXfrm>
        <a:off x="1343809" y="1163803"/>
        <a:ext cx="1086593" cy="651956"/>
      </dsp:txXfrm>
    </dsp:sp>
    <dsp:sp modelId="{C4367358-E4AF-4B9B-BC33-6B33E26C9B3E}">
      <dsp:nvSpPr>
        <dsp:cNvPr id="0" name=""/>
        <dsp:cNvSpPr/>
      </dsp:nvSpPr>
      <dsp:spPr>
        <a:xfrm>
          <a:off x="3765113" y="1444062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68524" y="1488531"/>
        <a:ext cx="12495" cy="2501"/>
      </dsp:txXfrm>
    </dsp:sp>
    <dsp:sp modelId="{E5910EEB-35F8-4D02-986D-58E228A54C5E}">
      <dsp:nvSpPr>
        <dsp:cNvPr id="0" name=""/>
        <dsp:cNvSpPr/>
      </dsp:nvSpPr>
      <dsp:spPr>
        <a:xfrm>
          <a:off x="2680320" y="1163803"/>
          <a:ext cx="1086593" cy="6519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($155K savings potential)</a:t>
          </a:r>
        </a:p>
      </dsp:txBody>
      <dsp:txXfrm>
        <a:off x="2680320" y="1163803"/>
        <a:ext cx="1086593" cy="651956"/>
      </dsp:txXfrm>
    </dsp:sp>
    <dsp:sp modelId="{30070B34-0D72-4F36-9130-2C514B5F388C}">
      <dsp:nvSpPr>
        <dsp:cNvPr id="0" name=""/>
        <dsp:cNvSpPr/>
      </dsp:nvSpPr>
      <dsp:spPr>
        <a:xfrm>
          <a:off x="5101624" y="1444062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05034" y="1488531"/>
        <a:ext cx="12495" cy="2501"/>
      </dsp:txXfrm>
    </dsp:sp>
    <dsp:sp modelId="{4500257F-2226-4C3A-80F3-9B04D8A92001}">
      <dsp:nvSpPr>
        <dsp:cNvPr id="0" name=""/>
        <dsp:cNvSpPr/>
      </dsp:nvSpPr>
      <dsp:spPr>
        <a:xfrm>
          <a:off x="4016830" y="1163803"/>
          <a:ext cx="1086593" cy="6519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Remote work pilot (10-25km commuters)</a:t>
          </a:r>
        </a:p>
      </dsp:txBody>
      <dsp:txXfrm>
        <a:off x="4016830" y="1163803"/>
        <a:ext cx="1086593" cy="651956"/>
      </dsp:txXfrm>
    </dsp:sp>
    <dsp:sp modelId="{B4E280E0-A960-4AB4-A68B-C546C1C0B991}">
      <dsp:nvSpPr>
        <dsp:cNvPr id="0" name=""/>
        <dsp:cNvSpPr/>
      </dsp:nvSpPr>
      <dsp:spPr>
        <a:xfrm>
          <a:off x="550596" y="1813960"/>
          <a:ext cx="5346041" cy="219316"/>
        </a:xfrm>
        <a:custGeom>
          <a:avLst/>
          <a:gdLst/>
          <a:ahLst/>
          <a:cxnLst/>
          <a:rect l="0" t="0" r="0" b="0"/>
          <a:pathLst>
            <a:path>
              <a:moveTo>
                <a:pt x="5346041" y="0"/>
              </a:moveTo>
              <a:lnTo>
                <a:pt x="5346041" y="126758"/>
              </a:lnTo>
              <a:lnTo>
                <a:pt x="0" y="126758"/>
              </a:lnTo>
              <a:lnTo>
                <a:pt x="0" y="219316"/>
              </a:lnTo>
            </a:path>
          </a:pathLst>
        </a:custGeom>
        <a:noFill/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89820" y="1922367"/>
        <a:ext cx="267593" cy="2501"/>
      </dsp:txXfrm>
    </dsp:sp>
    <dsp:sp modelId="{D1A111B5-1D00-47F7-B168-68578AA7D6F6}">
      <dsp:nvSpPr>
        <dsp:cNvPr id="0" name=""/>
        <dsp:cNvSpPr/>
      </dsp:nvSpPr>
      <dsp:spPr>
        <a:xfrm>
          <a:off x="5353340" y="1163803"/>
          <a:ext cx="1086593" cy="6519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Shift to performance-based management</a:t>
          </a:r>
        </a:p>
      </dsp:txBody>
      <dsp:txXfrm>
        <a:off x="5353340" y="1163803"/>
        <a:ext cx="1086593" cy="651956"/>
      </dsp:txXfrm>
    </dsp:sp>
    <dsp:sp modelId="{E03D9E2D-C553-4AAE-AFBE-17205A881544}">
      <dsp:nvSpPr>
        <dsp:cNvPr id="0" name=""/>
        <dsp:cNvSpPr/>
      </dsp:nvSpPr>
      <dsp:spPr>
        <a:xfrm>
          <a:off x="1092093" y="2345934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95503" y="2390404"/>
        <a:ext cx="12495" cy="2501"/>
      </dsp:txXfrm>
    </dsp:sp>
    <dsp:sp modelId="{DAAB0C64-87A4-4710-A19F-197A1A6BD438}">
      <dsp:nvSpPr>
        <dsp:cNvPr id="0" name=""/>
        <dsp:cNvSpPr/>
      </dsp:nvSpPr>
      <dsp:spPr>
        <a:xfrm>
          <a:off x="7299" y="2065676"/>
          <a:ext cx="1086593" cy="6519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TIER 3 - Medium-Term (6 Months):</a:t>
          </a:r>
        </a:p>
      </dsp:txBody>
      <dsp:txXfrm>
        <a:off x="7299" y="2065676"/>
        <a:ext cx="1086593" cy="651956"/>
      </dsp:txXfrm>
    </dsp:sp>
    <dsp:sp modelId="{B59CFB07-F988-4C9B-91A7-BB72C6963235}">
      <dsp:nvSpPr>
        <dsp:cNvPr id="0" name=""/>
        <dsp:cNvSpPr/>
      </dsp:nvSpPr>
      <dsp:spPr>
        <a:xfrm>
          <a:off x="2428603" y="2345934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32013" y="2390404"/>
        <a:ext cx="12495" cy="2501"/>
      </dsp:txXfrm>
    </dsp:sp>
    <dsp:sp modelId="{0A278677-1681-4CE9-81C5-D6312D420BE2}">
      <dsp:nvSpPr>
        <dsp:cNvPr id="0" name=""/>
        <dsp:cNvSpPr/>
      </dsp:nvSpPr>
      <dsp:spPr>
        <a:xfrm>
          <a:off x="1343809" y="2065676"/>
          <a:ext cx="1086593" cy="6519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Age-targeted wellness (30-40 group)</a:t>
          </a:r>
        </a:p>
      </dsp:txBody>
      <dsp:txXfrm>
        <a:off x="1343809" y="2065676"/>
        <a:ext cx="1086593" cy="651956"/>
      </dsp:txXfrm>
    </dsp:sp>
    <dsp:sp modelId="{74A58D30-3C6E-4431-A34C-500723578DAF}">
      <dsp:nvSpPr>
        <dsp:cNvPr id="0" name=""/>
        <dsp:cNvSpPr/>
      </dsp:nvSpPr>
      <dsp:spPr>
        <a:xfrm>
          <a:off x="3765113" y="2345934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68524" y="2390404"/>
        <a:ext cx="12495" cy="2501"/>
      </dsp:txXfrm>
    </dsp:sp>
    <dsp:sp modelId="{08166277-6F9C-4FC1-B8A6-54E368EE8820}">
      <dsp:nvSpPr>
        <dsp:cNvPr id="0" name=""/>
        <dsp:cNvSpPr/>
      </dsp:nvSpPr>
      <dsp:spPr>
        <a:xfrm>
          <a:off x="2680320" y="2065676"/>
          <a:ext cx="1086593" cy="6519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Incentivize preventive care</a:t>
          </a:r>
        </a:p>
      </dsp:txBody>
      <dsp:txXfrm>
        <a:off x="2680320" y="2065676"/>
        <a:ext cx="1086593" cy="651956"/>
      </dsp:txXfrm>
    </dsp:sp>
    <dsp:sp modelId="{F92B16A9-C12F-48DC-9E47-C87F41F96479}">
      <dsp:nvSpPr>
        <dsp:cNvPr id="0" name=""/>
        <dsp:cNvSpPr/>
      </dsp:nvSpPr>
      <dsp:spPr>
        <a:xfrm>
          <a:off x="5101624" y="2345934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05034" y="2390404"/>
        <a:ext cx="12495" cy="2501"/>
      </dsp:txXfrm>
    </dsp:sp>
    <dsp:sp modelId="{423252AF-5412-4857-9486-68E7A1AD974A}">
      <dsp:nvSpPr>
        <dsp:cNvPr id="0" name=""/>
        <dsp:cNvSpPr/>
      </dsp:nvSpPr>
      <dsp:spPr>
        <a:xfrm>
          <a:off x="4016830" y="2065676"/>
          <a:ext cx="1086593" cy="6519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Health literacy programs</a:t>
          </a:r>
        </a:p>
      </dsp:txBody>
      <dsp:txXfrm>
        <a:off x="4016830" y="2065676"/>
        <a:ext cx="1086593" cy="651956"/>
      </dsp:txXfrm>
    </dsp:sp>
    <dsp:sp modelId="{A8169FDA-6200-438B-A280-90859BB88853}">
      <dsp:nvSpPr>
        <dsp:cNvPr id="0" name=""/>
        <dsp:cNvSpPr/>
      </dsp:nvSpPr>
      <dsp:spPr>
        <a:xfrm>
          <a:off x="550596" y="2715833"/>
          <a:ext cx="5346041" cy="219316"/>
        </a:xfrm>
        <a:custGeom>
          <a:avLst/>
          <a:gdLst/>
          <a:ahLst/>
          <a:cxnLst/>
          <a:rect l="0" t="0" r="0" b="0"/>
          <a:pathLst>
            <a:path>
              <a:moveTo>
                <a:pt x="5346041" y="0"/>
              </a:moveTo>
              <a:lnTo>
                <a:pt x="5346041" y="126758"/>
              </a:lnTo>
              <a:lnTo>
                <a:pt x="0" y="126758"/>
              </a:lnTo>
              <a:lnTo>
                <a:pt x="0" y="219316"/>
              </a:lnTo>
            </a:path>
          </a:pathLst>
        </a:custGeom>
        <a:noFill/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89820" y="2824240"/>
        <a:ext cx="267593" cy="2501"/>
      </dsp:txXfrm>
    </dsp:sp>
    <dsp:sp modelId="{35831E8E-DC66-4C7F-8E0C-9654266CE7C1}">
      <dsp:nvSpPr>
        <dsp:cNvPr id="0" name=""/>
        <dsp:cNvSpPr/>
      </dsp:nvSpPr>
      <dsp:spPr>
        <a:xfrm>
          <a:off x="5353340" y="2065676"/>
          <a:ext cx="1086593" cy="6519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TIER 4 - Long-Term (12+ Months):</a:t>
          </a:r>
        </a:p>
      </dsp:txBody>
      <dsp:txXfrm>
        <a:off x="5353340" y="2065676"/>
        <a:ext cx="1086593" cy="651956"/>
      </dsp:txXfrm>
    </dsp:sp>
    <dsp:sp modelId="{5CC1616E-EA06-4702-B1D6-CD2D8FA0748F}">
      <dsp:nvSpPr>
        <dsp:cNvPr id="0" name=""/>
        <dsp:cNvSpPr/>
      </dsp:nvSpPr>
      <dsp:spPr>
        <a:xfrm>
          <a:off x="1092093" y="3247807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95503" y="3292276"/>
        <a:ext cx="12495" cy="2501"/>
      </dsp:txXfrm>
    </dsp:sp>
    <dsp:sp modelId="{CD6E13E6-5A24-4BE6-B8F4-6717B98EB3C0}">
      <dsp:nvSpPr>
        <dsp:cNvPr id="0" name=""/>
        <dsp:cNvSpPr/>
      </dsp:nvSpPr>
      <dsp:spPr>
        <a:xfrm>
          <a:off x="7299" y="2967549"/>
          <a:ext cx="1086593" cy="6519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Predictive analytics expansion</a:t>
          </a:r>
        </a:p>
      </dsp:txBody>
      <dsp:txXfrm>
        <a:off x="7299" y="2967549"/>
        <a:ext cx="1086593" cy="651956"/>
      </dsp:txXfrm>
    </dsp:sp>
    <dsp:sp modelId="{3DAAF939-903E-47FC-B945-10F10FC6A08A}">
      <dsp:nvSpPr>
        <dsp:cNvPr id="0" name=""/>
        <dsp:cNvSpPr/>
      </dsp:nvSpPr>
      <dsp:spPr>
        <a:xfrm>
          <a:off x="2428603" y="3247807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32013" y="3292276"/>
        <a:ext cx="12495" cy="2501"/>
      </dsp:txXfrm>
    </dsp:sp>
    <dsp:sp modelId="{95C8795E-334F-4EBF-8EB0-07AD97CB2B7F}">
      <dsp:nvSpPr>
        <dsp:cNvPr id="0" name=""/>
        <dsp:cNvSpPr/>
      </dsp:nvSpPr>
      <dsp:spPr>
        <a:xfrm>
          <a:off x="1343809" y="2967549"/>
          <a:ext cx="1086593" cy="6519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Culture transformation</a:t>
          </a:r>
        </a:p>
      </dsp:txBody>
      <dsp:txXfrm>
        <a:off x="1343809" y="2967549"/>
        <a:ext cx="1086593" cy="651956"/>
      </dsp:txXfrm>
    </dsp:sp>
    <dsp:sp modelId="{96B5BBEC-55AC-4369-B08C-8E1BC954A205}">
      <dsp:nvSpPr>
        <dsp:cNvPr id="0" name=""/>
        <dsp:cNvSpPr/>
      </dsp:nvSpPr>
      <dsp:spPr>
        <a:xfrm>
          <a:off x="3765113" y="3247807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68524" y="3292276"/>
        <a:ext cx="12495" cy="2501"/>
      </dsp:txXfrm>
    </dsp:sp>
    <dsp:sp modelId="{ADA85263-1776-49B7-BDC9-159D65FEEA9A}">
      <dsp:nvSpPr>
        <dsp:cNvPr id="0" name=""/>
        <dsp:cNvSpPr/>
      </dsp:nvSpPr>
      <dsp:spPr>
        <a:xfrm>
          <a:off x="2680320" y="2967549"/>
          <a:ext cx="1086593" cy="6519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Continuous monitoring</a:t>
          </a:r>
        </a:p>
      </dsp:txBody>
      <dsp:txXfrm>
        <a:off x="2680320" y="2967549"/>
        <a:ext cx="1086593" cy="651956"/>
      </dsp:txXfrm>
    </dsp:sp>
    <dsp:sp modelId="{F92B4ABE-6B9D-4D73-A851-8C4796FAC48B}">
      <dsp:nvSpPr>
        <dsp:cNvPr id="0" name=""/>
        <dsp:cNvSpPr/>
      </dsp:nvSpPr>
      <dsp:spPr>
        <a:xfrm>
          <a:off x="5101624" y="3247807"/>
          <a:ext cx="219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19316" y="45720"/>
              </a:lnTo>
            </a:path>
          </a:pathLst>
        </a:custGeom>
        <a:noFill/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05034" y="3292276"/>
        <a:ext cx="12495" cy="2501"/>
      </dsp:txXfrm>
    </dsp:sp>
    <dsp:sp modelId="{84058453-76BD-4C26-8518-64AB5BE55B6B}">
      <dsp:nvSpPr>
        <dsp:cNvPr id="0" name=""/>
        <dsp:cNvSpPr/>
      </dsp:nvSpPr>
      <dsp:spPr>
        <a:xfrm>
          <a:off x="4016830" y="2967549"/>
          <a:ext cx="1086593" cy="6519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💰 ROI: Year 1: $200-300K</a:t>
          </a:r>
        </a:p>
      </dsp:txBody>
      <dsp:txXfrm>
        <a:off x="4016830" y="2967549"/>
        <a:ext cx="1086593" cy="651956"/>
      </dsp:txXfrm>
    </dsp:sp>
    <dsp:sp modelId="{37F0BD48-1BB9-4B8A-BC77-C71D250CC87F}">
      <dsp:nvSpPr>
        <dsp:cNvPr id="0" name=""/>
        <dsp:cNvSpPr/>
      </dsp:nvSpPr>
      <dsp:spPr>
        <a:xfrm>
          <a:off x="5353340" y="2967549"/>
          <a:ext cx="1086593" cy="6519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44" tIns="55889" rIns="53244" bIns="558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3-Year: $600K-$1M | 4:1 to 10:1</a:t>
          </a:r>
        </a:p>
      </dsp:txBody>
      <dsp:txXfrm>
        <a:off x="5353340" y="2967549"/>
        <a:ext cx="1086593" cy="65195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19585D-E501-4FE5-A387-500937D74263}">
      <dsp:nvSpPr>
        <dsp:cNvPr id="0" name=""/>
        <dsp:cNvSpPr/>
      </dsp:nvSpPr>
      <dsp:spPr>
        <a:xfrm>
          <a:off x="1013560" y="330423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08208" y="374984"/>
        <a:ext cx="11573" cy="2316"/>
      </dsp:txXfrm>
    </dsp:sp>
    <dsp:sp modelId="{8A9D1502-0C83-4A21-9CAC-2972A3F19D5E}">
      <dsp:nvSpPr>
        <dsp:cNvPr id="0" name=""/>
        <dsp:cNvSpPr/>
      </dsp:nvSpPr>
      <dsp:spPr>
        <a:xfrm>
          <a:off x="8976" y="74227"/>
          <a:ext cx="1006384" cy="6038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Timeline &amp; ROI</a:t>
          </a:r>
        </a:p>
      </dsp:txBody>
      <dsp:txXfrm>
        <a:off x="8976" y="74227"/>
        <a:ext cx="1006384" cy="603830"/>
      </dsp:txXfrm>
    </dsp:sp>
    <dsp:sp modelId="{B86D3995-59A0-40C4-BDC6-5216E9281E48}">
      <dsp:nvSpPr>
        <dsp:cNvPr id="0" name=""/>
        <dsp:cNvSpPr/>
      </dsp:nvSpPr>
      <dsp:spPr>
        <a:xfrm>
          <a:off x="2251413" y="330423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775082"/>
              <a:satOff val="894"/>
              <a:lumOff val="2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46060" y="374984"/>
        <a:ext cx="11573" cy="2316"/>
      </dsp:txXfrm>
    </dsp:sp>
    <dsp:sp modelId="{65F3EBD2-DC79-416C-9C8C-F4DDF197E6AC}">
      <dsp:nvSpPr>
        <dsp:cNvPr id="0" name=""/>
        <dsp:cNvSpPr/>
      </dsp:nvSpPr>
      <dsp:spPr>
        <a:xfrm>
          <a:off x="1246829" y="74227"/>
          <a:ext cx="1006384" cy="603830"/>
        </a:xfrm>
        <a:prstGeom prst="rect">
          <a:avLst/>
        </a:prstGeom>
        <a:solidFill>
          <a:schemeClr val="accent2">
            <a:hueOff val="-745271"/>
            <a:satOff val="859"/>
            <a:lumOff val="28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QUARTERLY TIMELINE:</a:t>
          </a:r>
        </a:p>
      </dsp:txBody>
      <dsp:txXfrm>
        <a:off x="1246829" y="74227"/>
        <a:ext cx="1006384" cy="603830"/>
      </dsp:txXfrm>
    </dsp:sp>
    <dsp:sp modelId="{B31A8FC0-2E66-4D67-BBBF-FBCEFBD4C047}">
      <dsp:nvSpPr>
        <dsp:cNvPr id="0" name=""/>
        <dsp:cNvSpPr/>
      </dsp:nvSpPr>
      <dsp:spPr>
        <a:xfrm>
          <a:off x="3489265" y="330423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550164"/>
              <a:satOff val="1787"/>
              <a:lumOff val="59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3913" y="374984"/>
        <a:ext cx="11573" cy="2316"/>
      </dsp:txXfrm>
    </dsp:sp>
    <dsp:sp modelId="{16384466-462C-491A-9D01-79BEEE8641CF}">
      <dsp:nvSpPr>
        <dsp:cNvPr id="0" name=""/>
        <dsp:cNvSpPr/>
      </dsp:nvSpPr>
      <dsp:spPr>
        <a:xfrm>
          <a:off x="2484681" y="74227"/>
          <a:ext cx="1006384" cy="603830"/>
        </a:xfrm>
        <a:prstGeom prst="rect">
          <a:avLst/>
        </a:prstGeom>
        <a:solidFill>
          <a:schemeClr val="accent2">
            <a:hueOff val="-1490542"/>
            <a:satOff val="1718"/>
            <a:lumOff val="57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Q1 - Foundation:</a:t>
          </a:r>
        </a:p>
      </dsp:txBody>
      <dsp:txXfrm>
        <a:off x="2484681" y="74227"/>
        <a:ext cx="1006384" cy="603830"/>
      </dsp:txXfrm>
    </dsp:sp>
    <dsp:sp modelId="{E29A8CC1-15D6-44C4-B26A-B751E4E5FF5A}">
      <dsp:nvSpPr>
        <dsp:cNvPr id="0" name=""/>
        <dsp:cNvSpPr/>
      </dsp:nvSpPr>
      <dsp:spPr>
        <a:xfrm>
          <a:off x="4727118" y="330423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2325246"/>
              <a:satOff val="2681"/>
              <a:lumOff val="8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1765" y="374984"/>
        <a:ext cx="11573" cy="2316"/>
      </dsp:txXfrm>
    </dsp:sp>
    <dsp:sp modelId="{A84DD766-B05A-4D33-8FFC-3978C4FDB27C}">
      <dsp:nvSpPr>
        <dsp:cNvPr id="0" name=""/>
        <dsp:cNvSpPr/>
      </dsp:nvSpPr>
      <dsp:spPr>
        <a:xfrm>
          <a:off x="3722534" y="74227"/>
          <a:ext cx="1006384" cy="603830"/>
        </a:xfrm>
        <a:prstGeom prst="rect">
          <a:avLst/>
        </a:prstGeom>
        <a:solidFill>
          <a:schemeClr val="accent2">
            <a:hueOff val="-2235813"/>
            <a:satOff val="2577"/>
            <a:lumOff val="86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Deploy dashboard, address unjustified,</a:t>
          </a:r>
        </a:p>
      </dsp:txBody>
      <dsp:txXfrm>
        <a:off x="3722534" y="74227"/>
        <a:ext cx="1006384" cy="603830"/>
      </dsp:txXfrm>
    </dsp:sp>
    <dsp:sp modelId="{99EB854A-6E55-467A-A835-CE6665B7DCB3}">
      <dsp:nvSpPr>
        <dsp:cNvPr id="0" name=""/>
        <dsp:cNvSpPr/>
      </dsp:nvSpPr>
      <dsp:spPr>
        <a:xfrm>
          <a:off x="5964970" y="330423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3100327"/>
              <a:satOff val="3574"/>
              <a:lumOff val="119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59618" y="374984"/>
        <a:ext cx="11573" cy="2316"/>
      </dsp:txXfrm>
    </dsp:sp>
    <dsp:sp modelId="{111C495B-D3AF-4E4F-B576-75A43892530D}">
      <dsp:nvSpPr>
        <dsp:cNvPr id="0" name=""/>
        <dsp:cNvSpPr/>
      </dsp:nvSpPr>
      <dsp:spPr>
        <a:xfrm>
          <a:off x="4960386" y="74227"/>
          <a:ext cx="1006384" cy="603830"/>
        </a:xfrm>
        <a:prstGeom prst="rect">
          <a:avLst/>
        </a:prstGeom>
        <a:solidFill>
          <a:schemeClr val="accent2">
            <a:hueOff val="-2981084"/>
            <a:satOff val="3437"/>
            <a:lumOff val="11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Monday program</a:t>
          </a:r>
        </a:p>
      </dsp:txBody>
      <dsp:txXfrm>
        <a:off x="4960386" y="74227"/>
        <a:ext cx="1006384" cy="603830"/>
      </dsp:txXfrm>
    </dsp:sp>
    <dsp:sp modelId="{A349B3D4-58DB-4B07-89D7-FC4F1FCCE056}">
      <dsp:nvSpPr>
        <dsp:cNvPr id="0" name=""/>
        <dsp:cNvSpPr/>
      </dsp:nvSpPr>
      <dsp:spPr>
        <a:xfrm>
          <a:off x="512168" y="676258"/>
          <a:ext cx="6189262" cy="200868"/>
        </a:xfrm>
        <a:custGeom>
          <a:avLst/>
          <a:gdLst/>
          <a:ahLst/>
          <a:cxnLst/>
          <a:rect l="0" t="0" r="0" b="0"/>
          <a:pathLst>
            <a:path>
              <a:moveTo>
                <a:pt x="6189262" y="0"/>
              </a:moveTo>
              <a:lnTo>
                <a:pt x="6189262" y="117534"/>
              </a:lnTo>
              <a:lnTo>
                <a:pt x="0" y="117534"/>
              </a:lnTo>
              <a:lnTo>
                <a:pt x="0" y="200868"/>
              </a:lnTo>
            </a:path>
          </a:pathLst>
        </a:custGeom>
        <a:noFill/>
        <a:ln w="12700" cap="rnd" cmpd="sng" algn="ctr">
          <a:solidFill>
            <a:schemeClr val="accent2">
              <a:hueOff val="-3875409"/>
              <a:satOff val="4468"/>
              <a:lumOff val="14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1960" y="775534"/>
        <a:ext cx="309679" cy="2316"/>
      </dsp:txXfrm>
    </dsp:sp>
    <dsp:sp modelId="{AAE6A9CB-10CA-426D-BCF1-D8CD7F4BDB0E}">
      <dsp:nvSpPr>
        <dsp:cNvPr id="0" name=""/>
        <dsp:cNvSpPr/>
      </dsp:nvSpPr>
      <dsp:spPr>
        <a:xfrm>
          <a:off x="6198239" y="74227"/>
          <a:ext cx="1006384" cy="603830"/>
        </a:xfrm>
        <a:prstGeom prst="rect">
          <a:avLst/>
        </a:prstGeom>
        <a:solidFill>
          <a:schemeClr val="accent2">
            <a:hueOff val="-3726355"/>
            <a:satOff val="4296"/>
            <a:lumOff val="143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Q2 - Programs:</a:t>
          </a:r>
        </a:p>
      </dsp:txBody>
      <dsp:txXfrm>
        <a:off x="6198239" y="74227"/>
        <a:ext cx="1006384" cy="603830"/>
      </dsp:txXfrm>
    </dsp:sp>
    <dsp:sp modelId="{640C8626-8738-4F4D-BCD7-2642CEDB390C}">
      <dsp:nvSpPr>
        <dsp:cNvPr id="0" name=""/>
        <dsp:cNvSpPr/>
      </dsp:nvSpPr>
      <dsp:spPr>
        <a:xfrm>
          <a:off x="1013560" y="1165722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4650491"/>
              <a:satOff val="5361"/>
              <a:lumOff val="178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08208" y="1210283"/>
        <a:ext cx="11573" cy="2316"/>
      </dsp:txXfrm>
    </dsp:sp>
    <dsp:sp modelId="{88C80240-2013-4ABD-B691-A94BC84140D1}">
      <dsp:nvSpPr>
        <dsp:cNvPr id="0" name=""/>
        <dsp:cNvSpPr/>
      </dsp:nvSpPr>
      <dsp:spPr>
        <a:xfrm>
          <a:off x="8976" y="909526"/>
          <a:ext cx="1006384" cy="603830"/>
        </a:xfrm>
        <a:prstGeom prst="rect">
          <a:avLst/>
        </a:prstGeom>
        <a:solidFill>
          <a:schemeClr val="accent2">
            <a:hueOff val="-4471626"/>
            <a:satOff val="5155"/>
            <a:lumOff val="171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Ergonomic rollout, remote pilot,</a:t>
          </a:r>
        </a:p>
      </dsp:txBody>
      <dsp:txXfrm>
        <a:off x="8976" y="909526"/>
        <a:ext cx="1006384" cy="603830"/>
      </dsp:txXfrm>
    </dsp:sp>
    <dsp:sp modelId="{DA6BD525-E56B-4971-A46C-5D7E44C2E934}">
      <dsp:nvSpPr>
        <dsp:cNvPr id="0" name=""/>
        <dsp:cNvSpPr/>
      </dsp:nvSpPr>
      <dsp:spPr>
        <a:xfrm>
          <a:off x="2251413" y="1165722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5425573"/>
              <a:satOff val="6255"/>
              <a:lumOff val="20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46060" y="1210283"/>
        <a:ext cx="11573" cy="2316"/>
      </dsp:txXfrm>
    </dsp:sp>
    <dsp:sp modelId="{94C13B0D-95AB-4504-BCC6-8FE20230DBE3}">
      <dsp:nvSpPr>
        <dsp:cNvPr id="0" name=""/>
        <dsp:cNvSpPr/>
      </dsp:nvSpPr>
      <dsp:spPr>
        <a:xfrm>
          <a:off x="1246829" y="909526"/>
          <a:ext cx="1006384" cy="603830"/>
        </a:xfrm>
        <a:prstGeom prst="rect">
          <a:avLst/>
        </a:prstGeom>
        <a:solidFill>
          <a:schemeClr val="accent2">
            <a:hueOff val="-5216897"/>
            <a:satOff val="6014"/>
            <a:lumOff val="200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track early wins</a:t>
          </a:r>
        </a:p>
      </dsp:txBody>
      <dsp:txXfrm>
        <a:off x="1246829" y="909526"/>
        <a:ext cx="1006384" cy="603830"/>
      </dsp:txXfrm>
    </dsp:sp>
    <dsp:sp modelId="{8CB15663-18EF-40CB-9043-350ACCDEC630}">
      <dsp:nvSpPr>
        <dsp:cNvPr id="0" name=""/>
        <dsp:cNvSpPr/>
      </dsp:nvSpPr>
      <dsp:spPr>
        <a:xfrm>
          <a:off x="3489265" y="1165722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6200655"/>
              <a:satOff val="7148"/>
              <a:lumOff val="238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3913" y="1210283"/>
        <a:ext cx="11573" cy="2316"/>
      </dsp:txXfrm>
    </dsp:sp>
    <dsp:sp modelId="{4D722EBB-BE6F-4D52-ABCD-2A7584B69853}">
      <dsp:nvSpPr>
        <dsp:cNvPr id="0" name=""/>
        <dsp:cNvSpPr/>
      </dsp:nvSpPr>
      <dsp:spPr>
        <a:xfrm>
          <a:off x="2484681" y="909526"/>
          <a:ext cx="1006384" cy="603830"/>
        </a:xfrm>
        <a:prstGeom prst="rect">
          <a:avLst/>
        </a:prstGeom>
        <a:solidFill>
          <a:schemeClr val="accent2">
            <a:hueOff val="-5962169"/>
            <a:satOff val="6873"/>
            <a:lumOff val="229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Q3 - Optimize:</a:t>
          </a:r>
        </a:p>
      </dsp:txBody>
      <dsp:txXfrm>
        <a:off x="2484681" y="909526"/>
        <a:ext cx="1006384" cy="603830"/>
      </dsp:txXfrm>
    </dsp:sp>
    <dsp:sp modelId="{B4995B93-1387-4D94-A9E5-BA250DF41D9A}">
      <dsp:nvSpPr>
        <dsp:cNvPr id="0" name=""/>
        <dsp:cNvSpPr/>
      </dsp:nvSpPr>
      <dsp:spPr>
        <a:xfrm>
          <a:off x="4727118" y="1165722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6975737"/>
              <a:satOff val="8042"/>
              <a:lumOff val="268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1765" y="1210283"/>
        <a:ext cx="11573" cy="2316"/>
      </dsp:txXfrm>
    </dsp:sp>
    <dsp:sp modelId="{8E36681F-08D9-4A3E-9C83-5756697E62DA}">
      <dsp:nvSpPr>
        <dsp:cNvPr id="0" name=""/>
        <dsp:cNvSpPr/>
      </dsp:nvSpPr>
      <dsp:spPr>
        <a:xfrm>
          <a:off x="3722534" y="909526"/>
          <a:ext cx="1006384" cy="603830"/>
        </a:xfrm>
        <a:prstGeom prst="rect">
          <a:avLst/>
        </a:prstGeom>
        <a:solidFill>
          <a:schemeClr val="accent2">
            <a:hueOff val="-6707439"/>
            <a:satOff val="7732"/>
            <a:lumOff val="25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Wellness launch, preventive incentives,</a:t>
          </a:r>
        </a:p>
      </dsp:txBody>
      <dsp:txXfrm>
        <a:off x="3722534" y="909526"/>
        <a:ext cx="1006384" cy="603830"/>
      </dsp:txXfrm>
    </dsp:sp>
    <dsp:sp modelId="{41DB7E9A-F090-4435-B91F-66C07A6AF218}">
      <dsp:nvSpPr>
        <dsp:cNvPr id="0" name=""/>
        <dsp:cNvSpPr/>
      </dsp:nvSpPr>
      <dsp:spPr>
        <a:xfrm>
          <a:off x="5964970" y="1165722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7750819"/>
              <a:satOff val="8935"/>
              <a:lumOff val="298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59618" y="1210283"/>
        <a:ext cx="11573" cy="2316"/>
      </dsp:txXfrm>
    </dsp:sp>
    <dsp:sp modelId="{F2C572B6-B3E0-4E06-ABCC-CBFAF0AFB585}">
      <dsp:nvSpPr>
        <dsp:cNvPr id="0" name=""/>
        <dsp:cNvSpPr/>
      </dsp:nvSpPr>
      <dsp:spPr>
        <a:xfrm>
          <a:off x="4960386" y="909526"/>
          <a:ext cx="1006384" cy="603830"/>
        </a:xfrm>
        <a:prstGeom prst="rect">
          <a:avLst/>
        </a:prstGeom>
        <a:solidFill>
          <a:schemeClr val="accent2">
            <a:hueOff val="-7452710"/>
            <a:satOff val="8592"/>
            <a:lumOff val="286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measure ROI</a:t>
          </a:r>
        </a:p>
      </dsp:txBody>
      <dsp:txXfrm>
        <a:off x="4960386" y="909526"/>
        <a:ext cx="1006384" cy="603830"/>
      </dsp:txXfrm>
    </dsp:sp>
    <dsp:sp modelId="{D18367B6-147B-4E14-BFCA-078C681422DB}">
      <dsp:nvSpPr>
        <dsp:cNvPr id="0" name=""/>
        <dsp:cNvSpPr/>
      </dsp:nvSpPr>
      <dsp:spPr>
        <a:xfrm>
          <a:off x="512168" y="1511557"/>
          <a:ext cx="6189262" cy="200868"/>
        </a:xfrm>
        <a:custGeom>
          <a:avLst/>
          <a:gdLst/>
          <a:ahLst/>
          <a:cxnLst/>
          <a:rect l="0" t="0" r="0" b="0"/>
          <a:pathLst>
            <a:path>
              <a:moveTo>
                <a:pt x="6189262" y="0"/>
              </a:moveTo>
              <a:lnTo>
                <a:pt x="6189262" y="117534"/>
              </a:lnTo>
              <a:lnTo>
                <a:pt x="0" y="117534"/>
              </a:lnTo>
              <a:lnTo>
                <a:pt x="0" y="200868"/>
              </a:lnTo>
            </a:path>
          </a:pathLst>
        </a:custGeom>
        <a:noFill/>
        <a:ln w="12700" cap="rnd" cmpd="sng" algn="ctr">
          <a:solidFill>
            <a:schemeClr val="accent2">
              <a:hueOff val="-8525901"/>
              <a:satOff val="9829"/>
              <a:lumOff val="327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1960" y="1610833"/>
        <a:ext cx="309679" cy="2316"/>
      </dsp:txXfrm>
    </dsp:sp>
    <dsp:sp modelId="{7ECD32E0-423A-4DEE-A02F-555A9C1D938D}">
      <dsp:nvSpPr>
        <dsp:cNvPr id="0" name=""/>
        <dsp:cNvSpPr/>
      </dsp:nvSpPr>
      <dsp:spPr>
        <a:xfrm>
          <a:off x="6198239" y="909526"/>
          <a:ext cx="1006384" cy="603830"/>
        </a:xfrm>
        <a:prstGeom prst="rect">
          <a:avLst/>
        </a:prstGeom>
        <a:solidFill>
          <a:schemeClr val="accent2">
            <a:hueOff val="-8197982"/>
            <a:satOff val="9451"/>
            <a:lumOff val="315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Q4 - Sustain:</a:t>
          </a:r>
        </a:p>
      </dsp:txBody>
      <dsp:txXfrm>
        <a:off x="6198239" y="909526"/>
        <a:ext cx="1006384" cy="603830"/>
      </dsp:txXfrm>
    </dsp:sp>
    <dsp:sp modelId="{BC89581C-5058-4245-A499-5A76AEA10570}">
      <dsp:nvSpPr>
        <dsp:cNvPr id="0" name=""/>
        <dsp:cNvSpPr/>
      </dsp:nvSpPr>
      <dsp:spPr>
        <a:xfrm>
          <a:off x="1013560" y="2001021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9300982"/>
              <a:satOff val="10722"/>
              <a:lumOff val="35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08208" y="2045582"/>
        <a:ext cx="11573" cy="2316"/>
      </dsp:txXfrm>
    </dsp:sp>
    <dsp:sp modelId="{0FCC38C3-2C1C-4641-A862-EE031F9242BA}">
      <dsp:nvSpPr>
        <dsp:cNvPr id="0" name=""/>
        <dsp:cNvSpPr/>
      </dsp:nvSpPr>
      <dsp:spPr>
        <a:xfrm>
          <a:off x="8976" y="1744825"/>
          <a:ext cx="1006384" cy="603830"/>
        </a:xfrm>
        <a:prstGeom prst="rect">
          <a:avLst/>
        </a:prstGeom>
        <a:solidFill>
          <a:schemeClr val="accent2">
            <a:hueOff val="-8943252"/>
            <a:satOff val="10310"/>
            <a:lumOff val="343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Analytics expansion, culture assessment,</a:t>
          </a:r>
        </a:p>
      </dsp:txBody>
      <dsp:txXfrm>
        <a:off x="8976" y="1744825"/>
        <a:ext cx="1006384" cy="603830"/>
      </dsp:txXfrm>
    </dsp:sp>
    <dsp:sp modelId="{C948A576-248E-4469-981E-EA3C57792F76}">
      <dsp:nvSpPr>
        <dsp:cNvPr id="0" name=""/>
        <dsp:cNvSpPr/>
      </dsp:nvSpPr>
      <dsp:spPr>
        <a:xfrm>
          <a:off x="2251413" y="2001021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0076064"/>
              <a:satOff val="11616"/>
              <a:lumOff val="38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46060" y="2045582"/>
        <a:ext cx="11573" cy="2316"/>
      </dsp:txXfrm>
    </dsp:sp>
    <dsp:sp modelId="{61F21CA6-6843-4A59-A5FB-D1D6E9CDE3A2}">
      <dsp:nvSpPr>
        <dsp:cNvPr id="0" name=""/>
        <dsp:cNvSpPr/>
      </dsp:nvSpPr>
      <dsp:spPr>
        <a:xfrm>
          <a:off x="1246829" y="1744825"/>
          <a:ext cx="1006384" cy="603830"/>
        </a:xfrm>
        <a:prstGeom prst="rect">
          <a:avLst/>
        </a:prstGeom>
        <a:solidFill>
          <a:schemeClr val="accent2">
            <a:hueOff val="-9688523"/>
            <a:satOff val="11169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plan Year 2</a:t>
          </a:r>
        </a:p>
      </dsp:txBody>
      <dsp:txXfrm>
        <a:off x="1246829" y="1744825"/>
        <a:ext cx="1006384" cy="603830"/>
      </dsp:txXfrm>
    </dsp:sp>
    <dsp:sp modelId="{40F1F0E1-F0A5-4615-BD12-6675A4EFD638}">
      <dsp:nvSpPr>
        <dsp:cNvPr id="0" name=""/>
        <dsp:cNvSpPr/>
      </dsp:nvSpPr>
      <dsp:spPr>
        <a:xfrm>
          <a:off x="3489265" y="2001021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0851146"/>
              <a:satOff val="12509"/>
              <a:lumOff val="41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3913" y="2045582"/>
        <a:ext cx="11573" cy="2316"/>
      </dsp:txXfrm>
    </dsp:sp>
    <dsp:sp modelId="{27A5C372-DC59-472B-9E49-4432D68D0154}">
      <dsp:nvSpPr>
        <dsp:cNvPr id="0" name=""/>
        <dsp:cNvSpPr/>
      </dsp:nvSpPr>
      <dsp:spPr>
        <a:xfrm>
          <a:off x="2484681" y="1744825"/>
          <a:ext cx="1006384" cy="603830"/>
        </a:xfrm>
        <a:prstGeom prst="rect">
          <a:avLst/>
        </a:prstGeom>
        <a:solidFill>
          <a:schemeClr val="accent2">
            <a:hueOff val="-10433795"/>
            <a:satOff val="12028"/>
            <a:lumOff val="401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3-YEAR ROI PROJECTION:</a:t>
          </a:r>
        </a:p>
      </dsp:txBody>
      <dsp:txXfrm>
        <a:off x="2484681" y="1744825"/>
        <a:ext cx="1006384" cy="603830"/>
      </dsp:txXfrm>
    </dsp:sp>
    <dsp:sp modelId="{F393C193-A8AE-46A9-827C-C7351D0BAE5D}">
      <dsp:nvSpPr>
        <dsp:cNvPr id="0" name=""/>
        <dsp:cNvSpPr/>
      </dsp:nvSpPr>
      <dsp:spPr>
        <a:xfrm>
          <a:off x="4727118" y="2001021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1626229"/>
              <a:satOff val="13403"/>
              <a:lumOff val="447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1765" y="2045582"/>
        <a:ext cx="11573" cy="2316"/>
      </dsp:txXfrm>
    </dsp:sp>
    <dsp:sp modelId="{2991EC66-F860-476D-8AC7-43ADC61F7A1B}">
      <dsp:nvSpPr>
        <dsp:cNvPr id="0" name=""/>
        <dsp:cNvSpPr/>
      </dsp:nvSpPr>
      <dsp:spPr>
        <a:xfrm>
          <a:off x="3722534" y="1744825"/>
          <a:ext cx="1006384" cy="603830"/>
        </a:xfrm>
        <a:prstGeom prst="rect">
          <a:avLst/>
        </a:prstGeom>
        <a:solidFill>
          <a:schemeClr val="accent2">
            <a:hueOff val="-11179065"/>
            <a:satOff val="12887"/>
            <a:lumOff val="42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Year 1: $200-300K savings</a:t>
          </a:r>
        </a:p>
      </dsp:txBody>
      <dsp:txXfrm>
        <a:off x="3722534" y="1744825"/>
        <a:ext cx="1006384" cy="603830"/>
      </dsp:txXfrm>
    </dsp:sp>
    <dsp:sp modelId="{934DEDF5-528F-4BA5-BCF2-A2C31DEAC298}">
      <dsp:nvSpPr>
        <dsp:cNvPr id="0" name=""/>
        <dsp:cNvSpPr/>
      </dsp:nvSpPr>
      <dsp:spPr>
        <a:xfrm>
          <a:off x="5964970" y="2001021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2401310"/>
              <a:satOff val="14296"/>
              <a:lumOff val="476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59618" y="2045582"/>
        <a:ext cx="11573" cy="2316"/>
      </dsp:txXfrm>
    </dsp:sp>
    <dsp:sp modelId="{B9055E26-D7FD-4BFD-9C98-E957E22F7A43}">
      <dsp:nvSpPr>
        <dsp:cNvPr id="0" name=""/>
        <dsp:cNvSpPr/>
      </dsp:nvSpPr>
      <dsp:spPr>
        <a:xfrm>
          <a:off x="4960386" y="1744825"/>
          <a:ext cx="1006384" cy="603830"/>
        </a:xfrm>
        <a:prstGeom prst="rect">
          <a:avLst/>
        </a:prstGeom>
        <a:solidFill>
          <a:schemeClr val="accent2">
            <a:hueOff val="-11924337"/>
            <a:satOff val="13746"/>
            <a:lumOff val="458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$50-100K investment</a:t>
          </a:r>
        </a:p>
      </dsp:txBody>
      <dsp:txXfrm>
        <a:off x="4960386" y="1744825"/>
        <a:ext cx="1006384" cy="603830"/>
      </dsp:txXfrm>
    </dsp:sp>
    <dsp:sp modelId="{8FF8D035-3277-4350-9555-260FEAA4E4C3}">
      <dsp:nvSpPr>
        <dsp:cNvPr id="0" name=""/>
        <dsp:cNvSpPr/>
      </dsp:nvSpPr>
      <dsp:spPr>
        <a:xfrm>
          <a:off x="512168" y="2346856"/>
          <a:ext cx="6189262" cy="200868"/>
        </a:xfrm>
        <a:custGeom>
          <a:avLst/>
          <a:gdLst/>
          <a:ahLst/>
          <a:cxnLst/>
          <a:rect l="0" t="0" r="0" b="0"/>
          <a:pathLst>
            <a:path>
              <a:moveTo>
                <a:pt x="6189262" y="0"/>
              </a:moveTo>
              <a:lnTo>
                <a:pt x="6189262" y="117534"/>
              </a:lnTo>
              <a:lnTo>
                <a:pt x="0" y="117534"/>
              </a:lnTo>
              <a:lnTo>
                <a:pt x="0" y="200868"/>
              </a:lnTo>
            </a:path>
          </a:pathLst>
        </a:custGeom>
        <a:noFill/>
        <a:ln w="12700" cap="rnd" cmpd="sng" algn="ctr">
          <a:solidFill>
            <a:schemeClr val="accent2">
              <a:hueOff val="-13176392"/>
              <a:satOff val="15190"/>
              <a:lumOff val="506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1960" y="2446131"/>
        <a:ext cx="309679" cy="2316"/>
      </dsp:txXfrm>
    </dsp:sp>
    <dsp:sp modelId="{756E09A1-1E77-4A0C-848A-BE76FEDAFB3D}">
      <dsp:nvSpPr>
        <dsp:cNvPr id="0" name=""/>
        <dsp:cNvSpPr/>
      </dsp:nvSpPr>
      <dsp:spPr>
        <a:xfrm>
          <a:off x="6198239" y="1744825"/>
          <a:ext cx="1006384" cy="603830"/>
        </a:xfrm>
        <a:prstGeom prst="rect">
          <a:avLst/>
        </a:prstGeom>
        <a:solidFill>
          <a:schemeClr val="accent2">
            <a:hueOff val="-12669608"/>
            <a:satOff val="14606"/>
            <a:lumOff val="48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Net: $150-250K | ROI: 3:1 to 5:1</a:t>
          </a:r>
        </a:p>
      </dsp:txBody>
      <dsp:txXfrm>
        <a:off x="6198239" y="1744825"/>
        <a:ext cx="1006384" cy="603830"/>
      </dsp:txXfrm>
    </dsp:sp>
    <dsp:sp modelId="{0AEDDF98-1056-4768-A95C-B46CEDC56A86}">
      <dsp:nvSpPr>
        <dsp:cNvPr id="0" name=""/>
        <dsp:cNvSpPr/>
      </dsp:nvSpPr>
      <dsp:spPr>
        <a:xfrm>
          <a:off x="1013560" y="2836319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3951474"/>
              <a:satOff val="16083"/>
              <a:lumOff val="536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08208" y="2880881"/>
        <a:ext cx="11573" cy="2316"/>
      </dsp:txXfrm>
    </dsp:sp>
    <dsp:sp modelId="{E9EEC8A1-BD2B-4327-8EA0-F8348331AD92}">
      <dsp:nvSpPr>
        <dsp:cNvPr id="0" name=""/>
        <dsp:cNvSpPr/>
      </dsp:nvSpPr>
      <dsp:spPr>
        <a:xfrm>
          <a:off x="8976" y="2580124"/>
          <a:ext cx="1006384" cy="603830"/>
        </a:xfrm>
        <a:prstGeom prst="rect">
          <a:avLst/>
        </a:prstGeom>
        <a:solidFill>
          <a:schemeClr val="accent2">
            <a:hueOff val="-13414879"/>
            <a:satOff val="15465"/>
            <a:lumOff val="51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Year 2: $250-400K savings</a:t>
          </a:r>
        </a:p>
      </dsp:txBody>
      <dsp:txXfrm>
        <a:off x="8976" y="2580124"/>
        <a:ext cx="1006384" cy="603830"/>
      </dsp:txXfrm>
    </dsp:sp>
    <dsp:sp modelId="{55528385-2CC0-4947-B9BC-E8D59178F6C8}">
      <dsp:nvSpPr>
        <dsp:cNvPr id="0" name=""/>
        <dsp:cNvSpPr/>
      </dsp:nvSpPr>
      <dsp:spPr>
        <a:xfrm>
          <a:off x="2251413" y="2836319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4726555"/>
              <a:satOff val="16977"/>
              <a:lumOff val="566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46060" y="2880881"/>
        <a:ext cx="11573" cy="2316"/>
      </dsp:txXfrm>
    </dsp:sp>
    <dsp:sp modelId="{2BEAACC6-6106-4D56-A2CC-9E1471E042E4}">
      <dsp:nvSpPr>
        <dsp:cNvPr id="0" name=""/>
        <dsp:cNvSpPr/>
      </dsp:nvSpPr>
      <dsp:spPr>
        <a:xfrm>
          <a:off x="1246829" y="2580124"/>
          <a:ext cx="1006384" cy="603830"/>
        </a:xfrm>
        <a:prstGeom prst="rect">
          <a:avLst/>
        </a:prstGeom>
        <a:solidFill>
          <a:schemeClr val="accent2">
            <a:hueOff val="-14160149"/>
            <a:satOff val="16324"/>
            <a:lumOff val="54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$50-75K investment</a:t>
          </a:r>
        </a:p>
      </dsp:txBody>
      <dsp:txXfrm>
        <a:off x="1246829" y="2580124"/>
        <a:ext cx="1006384" cy="603830"/>
      </dsp:txXfrm>
    </dsp:sp>
    <dsp:sp modelId="{8547D2C8-81E5-4C6C-930F-5E75A70A0E54}">
      <dsp:nvSpPr>
        <dsp:cNvPr id="0" name=""/>
        <dsp:cNvSpPr/>
      </dsp:nvSpPr>
      <dsp:spPr>
        <a:xfrm>
          <a:off x="3489265" y="2836319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5501638"/>
              <a:satOff val="17870"/>
              <a:lumOff val="59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3913" y="2880881"/>
        <a:ext cx="11573" cy="2316"/>
      </dsp:txXfrm>
    </dsp:sp>
    <dsp:sp modelId="{E182B698-A210-4321-9F03-6684A22FCFDA}">
      <dsp:nvSpPr>
        <dsp:cNvPr id="0" name=""/>
        <dsp:cNvSpPr/>
      </dsp:nvSpPr>
      <dsp:spPr>
        <a:xfrm>
          <a:off x="2484681" y="2580124"/>
          <a:ext cx="1006384" cy="603830"/>
        </a:xfrm>
        <a:prstGeom prst="rect">
          <a:avLst/>
        </a:prstGeom>
        <a:solidFill>
          <a:schemeClr val="accent2">
            <a:hueOff val="-14905421"/>
            <a:satOff val="17183"/>
            <a:lumOff val="57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Net: $200-350K | ROI: 5:1 to 8:1</a:t>
          </a:r>
        </a:p>
      </dsp:txBody>
      <dsp:txXfrm>
        <a:off x="2484681" y="2580124"/>
        <a:ext cx="1006384" cy="603830"/>
      </dsp:txXfrm>
    </dsp:sp>
    <dsp:sp modelId="{F58D2A0D-4129-496E-A6B0-FC99E84A15C7}">
      <dsp:nvSpPr>
        <dsp:cNvPr id="0" name=""/>
        <dsp:cNvSpPr/>
      </dsp:nvSpPr>
      <dsp:spPr>
        <a:xfrm>
          <a:off x="4727118" y="2836319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6276719"/>
              <a:satOff val="18764"/>
              <a:lumOff val="62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1765" y="2880881"/>
        <a:ext cx="11573" cy="2316"/>
      </dsp:txXfrm>
    </dsp:sp>
    <dsp:sp modelId="{665955C4-8777-4FE0-9A01-81117BADC5BD}">
      <dsp:nvSpPr>
        <dsp:cNvPr id="0" name=""/>
        <dsp:cNvSpPr/>
      </dsp:nvSpPr>
      <dsp:spPr>
        <a:xfrm>
          <a:off x="3722534" y="2580124"/>
          <a:ext cx="1006384" cy="603830"/>
        </a:xfrm>
        <a:prstGeom prst="rect">
          <a:avLst/>
        </a:prstGeom>
        <a:solidFill>
          <a:schemeClr val="accent2">
            <a:hueOff val="-15650691"/>
            <a:satOff val="18042"/>
            <a:lumOff val="601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Year 3: $150-300K savings</a:t>
          </a:r>
        </a:p>
      </dsp:txBody>
      <dsp:txXfrm>
        <a:off x="3722534" y="2580124"/>
        <a:ext cx="1006384" cy="603830"/>
      </dsp:txXfrm>
    </dsp:sp>
    <dsp:sp modelId="{6B07688E-56A6-4D38-BFA6-AAF05B2C9232}">
      <dsp:nvSpPr>
        <dsp:cNvPr id="0" name=""/>
        <dsp:cNvSpPr/>
      </dsp:nvSpPr>
      <dsp:spPr>
        <a:xfrm>
          <a:off x="5964970" y="2836319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7051801"/>
              <a:satOff val="19657"/>
              <a:lumOff val="655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59618" y="2880881"/>
        <a:ext cx="11573" cy="2316"/>
      </dsp:txXfrm>
    </dsp:sp>
    <dsp:sp modelId="{B98D6733-1711-4602-A2F1-32BBCA7FA7DC}">
      <dsp:nvSpPr>
        <dsp:cNvPr id="0" name=""/>
        <dsp:cNvSpPr/>
      </dsp:nvSpPr>
      <dsp:spPr>
        <a:xfrm>
          <a:off x="4960386" y="2580124"/>
          <a:ext cx="1006384" cy="603830"/>
        </a:xfrm>
        <a:prstGeom prst="rect">
          <a:avLst/>
        </a:prstGeom>
        <a:solidFill>
          <a:schemeClr val="accent2">
            <a:hueOff val="-16395963"/>
            <a:satOff val="18901"/>
            <a:lumOff val="630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$25-50K investment</a:t>
          </a:r>
        </a:p>
      </dsp:txBody>
      <dsp:txXfrm>
        <a:off x="4960386" y="2580124"/>
        <a:ext cx="1006384" cy="603830"/>
      </dsp:txXfrm>
    </dsp:sp>
    <dsp:sp modelId="{A385F399-8CCB-49CB-B39A-964111F939AB}">
      <dsp:nvSpPr>
        <dsp:cNvPr id="0" name=""/>
        <dsp:cNvSpPr/>
      </dsp:nvSpPr>
      <dsp:spPr>
        <a:xfrm>
          <a:off x="512168" y="3182155"/>
          <a:ext cx="6189262" cy="200868"/>
        </a:xfrm>
        <a:custGeom>
          <a:avLst/>
          <a:gdLst/>
          <a:ahLst/>
          <a:cxnLst/>
          <a:rect l="0" t="0" r="0" b="0"/>
          <a:pathLst>
            <a:path>
              <a:moveTo>
                <a:pt x="6189262" y="0"/>
              </a:moveTo>
              <a:lnTo>
                <a:pt x="6189262" y="117534"/>
              </a:lnTo>
              <a:lnTo>
                <a:pt x="0" y="117534"/>
              </a:lnTo>
              <a:lnTo>
                <a:pt x="0" y="200868"/>
              </a:lnTo>
            </a:path>
          </a:pathLst>
        </a:custGeom>
        <a:noFill/>
        <a:ln w="12700" cap="rnd" cmpd="sng" algn="ctr">
          <a:solidFill>
            <a:schemeClr val="accent2">
              <a:hueOff val="-17826883"/>
              <a:satOff val="20551"/>
              <a:lumOff val="685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1960" y="3281430"/>
        <a:ext cx="309679" cy="2316"/>
      </dsp:txXfrm>
    </dsp:sp>
    <dsp:sp modelId="{1C22B99D-D40F-44FE-8B6B-184FC69B3886}">
      <dsp:nvSpPr>
        <dsp:cNvPr id="0" name=""/>
        <dsp:cNvSpPr/>
      </dsp:nvSpPr>
      <dsp:spPr>
        <a:xfrm>
          <a:off x="6198239" y="2580124"/>
          <a:ext cx="1006384" cy="603830"/>
        </a:xfrm>
        <a:prstGeom prst="rect">
          <a:avLst/>
        </a:prstGeom>
        <a:solidFill>
          <a:schemeClr val="accent2">
            <a:hueOff val="-17141234"/>
            <a:satOff val="19761"/>
            <a:lumOff val="659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Net: $125-250K | ROI: 5:1 to 12:1</a:t>
          </a:r>
        </a:p>
      </dsp:txBody>
      <dsp:txXfrm>
        <a:off x="6198239" y="2580124"/>
        <a:ext cx="1006384" cy="603830"/>
      </dsp:txXfrm>
    </dsp:sp>
    <dsp:sp modelId="{717B2C18-D10D-4911-AD8C-7BB746417F56}">
      <dsp:nvSpPr>
        <dsp:cNvPr id="0" name=""/>
        <dsp:cNvSpPr/>
      </dsp:nvSpPr>
      <dsp:spPr>
        <a:xfrm>
          <a:off x="1013560" y="3671618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8601965"/>
              <a:satOff val="21444"/>
              <a:lumOff val="715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08208" y="3716180"/>
        <a:ext cx="11573" cy="2316"/>
      </dsp:txXfrm>
    </dsp:sp>
    <dsp:sp modelId="{39FD704C-2F63-4B1A-AC60-DA7050585A65}">
      <dsp:nvSpPr>
        <dsp:cNvPr id="0" name=""/>
        <dsp:cNvSpPr/>
      </dsp:nvSpPr>
      <dsp:spPr>
        <a:xfrm>
          <a:off x="8976" y="3415423"/>
          <a:ext cx="1006384" cy="603830"/>
        </a:xfrm>
        <a:prstGeom prst="rect">
          <a:avLst/>
        </a:prstGeom>
        <a:solidFill>
          <a:schemeClr val="accent2">
            <a:hueOff val="-17886504"/>
            <a:satOff val="20620"/>
            <a:lumOff val="687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CUMULATIVE: $600K-$1M savings</a:t>
          </a:r>
        </a:p>
      </dsp:txBody>
      <dsp:txXfrm>
        <a:off x="8976" y="3415423"/>
        <a:ext cx="1006384" cy="603830"/>
      </dsp:txXfrm>
    </dsp:sp>
    <dsp:sp modelId="{A912001E-EA01-4743-AB1C-40732191F9B8}">
      <dsp:nvSpPr>
        <dsp:cNvPr id="0" name=""/>
        <dsp:cNvSpPr/>
      </dsp:nvSpPr>
      <dsp:spPr>
        <a:xfrm>
          <a:off x="2251413" y="3671618"/>
          <a:ext cx="2008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868" y="45720"/>
              </a:lnTo>
            </a:path>
          </a:pathLst>
        </a:custGeom>
        <a:noFill/>
        <a:ln w="12700" cap="rnd" cmpd="sng" algn="ctr">
          <a:solidFill>
            <a:schemeClr val="accent2">
              <a:hueOff val="-19377047"/>
              <a:satOff val="22338"/>
              <a:lumOff val="745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46060" y="3716180"/>
        <a:ext cx="11573" cy="2316"/>
      </dsp:txXfrm>
    </dsp:sp>
    <dsp:sp modelId="{25C7BD67-5505-490B-B388-64733180835D}">
      <dsp:nvSpPr>
        <dsp:cNvPr id="0" name=""/>
        <dsp:cNvSpPr/>
      </dsp:nvSpPr>
      <dsp:spPr>
        <a:xfrm>
          <a:off x="1246829" y="3415423"/>
          <a:ext cx="1006384" cy="603830"/>
        </a:xfrm>
        <a:prstGeom prst="rect">
          <a:avLst/>
        </a:prstGeom>
        <a:solidFill>
          <a:schemeClr val="accent2">
            <a:hueOff val="-18631774"/>
            <a:satOff val="21479"/>
            <a:lumOff val="716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Net: $450K-$750K</a:t>
          </a:r>
        </a:p>
      </dsp:txBody>
      <dsp:txXfrm>
        <a:off x="1246829" y="3415423"/>
        <a:ext cx="1006384" cy="603830"/>
      </dsp:txXfrm>
    </dsp:sp>
    <dsp:sp modelId="{FAF82A00-8327-4347-A857-B4615C7C31DB}">
      <dsp:nvSpPr>
        <dsp:cNvPr id="0" name=""/>
        <dsp:cNvSpPr/>
      </dsp:nvSpPr>
      <dsp:spPr>
        <a:xfrm>
          <a:off x="2484681" y="3415423"/>
          <a:ext cx="1006384" cy="603830"/>
        </a:xfrm>
        <a:prstGeom prst="rect">
          <a:avLst/>
        </a:prstGeom>
        <a:solidFill>
          <a:schemeClr val="accent2">
            <a:hueOff val="-19377047"/>
            <a:satOff val="22338"/>
            <a:lumOff val="745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314" tIns="51763" rIns="49314" bIns="5176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Overall ROI: 4:1 to 10:1</a:t>
          </a:r>
        </a:p>
      </dsp:txBody>
      <dsp:txXfrm>
        <a:off x="2484681" y="3415423"/>
        <a:ext cx="1006384" cy="6038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AC776-9648-47FD-BCDE-DCA802990A64}">
      <dsp:nvSpPr>
        <dsp:cNvPr id="0" name=""/>
        <dsp:cNvSpPr/>
      </dsp:nvSpPr>
      <dsp:spPr>
        <a:xfrm>
          <a:off x="359094" y="1889"/>
          <a:ext cx="1202853" cy="7217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Are We Ready to Act?</a:t>
          </a:r>
        </a:p>
      </dsp:txBody>
      <dsp:txXfrm>
        <a:off x="359094" y="1889"/>
        <a:ext cx="1202853" cy="721712"/>
      </dsp:txXfrm>
    </dsp:sp>
    <dsp:sp modelId="{5D9C00E4-8B31-4873-A94C-C22ED557D5FF}">
      <dsp:nvSpPr>
        <dsp:cNvPr id="0" name=""/>
        <dsp:cNvSpPr/>
      </dsp:nvSpPr>
      <dsp:spPr>
        <a:xfrm>
          <a:off x="1682234" y="1889"/>
          <a:ext cx="1202853" cy="7217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have the DATA</a:t>
          </a:r>
        </a:p>
      </dsp:txBody>
      <dsp:txXfrm>
        <a:off x="1682234" y="1889"/>
        <a:ext cx="1202853" cy="721712"/>
      </dsp:txXfrm>
    </dsp:sp>
    <dsp:sp modelId="{9EC2DABE-F6A3-4AE5-9D76-62E5DE92250D}">
      <dsp:nvSpPr>
        <dsp:cNvPr id="0" name=""/>
        <dsp:cNvSpPr/>
      </dsp:nvSpPr>
      <dsp:spPr>
        <a:xfrm>
          <a:off x="3005373" y="1889"/>
          <a:ext cx="1202853" cy="7217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740 records, 21 variables</a:t>
          </a:r>
        </a:p>
      </dsp:txBody>
      <dsp:txXfrm>
        <a:off x="3005373" y="1889"/>
        <a:ext cx="1202853" cy="721712"/>
      </dsp:txXfrm>
    </dsp:sp>
    <dsp:sp modelId="{0CA36209-25EA-41E1-9EE7-72E6EBC1B625}">
      <dsp:nvSpPr>
        <dsp:cNvPr id="0" name=""/>
        <dsp:cNvSpPr/>
      </dsp:nvSpPr>
      <dsp:spPr>
        <a:xfrm>
          <a:off x="4328512" y="1889"/>
          <a:ext cx="1202853" cy="7217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Complete workforce coverage</a:t>
          </a:r>
        </a:p>
      </dsp:txBody>
      <dsp:txXfrm>
        <a:off x="4328512" y="1889"/>
        <a:ext cx="1202853" cy="721712"/>
      </dsp:txXfrm>
    </dsp:sp>
    <dsp:sp modelId="{152D7BFD-E5A9-4FF1-ADB5-BABEFA30E3E4}">
      <dsp:nvSpPr>
        <dsp:cNvPr id="0" name=""/>
        <dsp:cNvSpPr/>
      </dsp:nvSpPr>
      <dsp:spPr>
        <a:xfrm>
          <a:off x="5651651" y="1889"/>
          <a:ext cx="1202853" cy="72171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have the INSIGHTS</a:t>
          </a:r>
        </a:p>
      </dsp:txBody>
      <dsp:txXfrm>
        <a:off x="5651651" y="1889"/>
        <a:ext cx="1202853" cy="721712"/>
      </dsp:txXfrm>
    </dsp:sp>
    <dsp:sp modelId="{DC772CBA-043B-44DC-8730-635B9EFB3AAB}">
      <dsp:nvSpPr>
        <dsp:cNvPr id="0" name=""/>
        <dsp:cNvSpPr/>
      </dsp:nvSpPr>
      <dsp:spPr>
        <a:xfrm>
          <a:off x="359094" y="843887"/>
          <a:ext cx="1202853" cy="7217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6 dashboard pages</a:t>
          </a:r>
        </a:p>
      </dsp:txBody>
      <dsp:txXfrm>
        <a:off x="359094" y="843887"/>
        <a:ext cx="1202853" cy="721712"/>
      </dsp:txXfrm>
    </dsp:sp>
    <dsp:sp modelId="{85F4052E-F1C7-441F-968B-FB73802A88CF}">
      <dsp:nvSpPr>
        <dsp:cNvPr id="0" name=""/>
        <dsp:cNvSpPr/>
      </dsp:nvSpPr>
      <dsp:spPr>
        <a:xfrm>
          <a:off x="1682234" y="843887"/>
          <a:ext cx="1202853" cy="7217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Actionable patterns identified</a:t>
          </a:r>
        </a:p>
      </dsp:txBody>
      <dsp:txXfrm>
        <a:off x="1682234" y="843887"/>
        <a:ext cx="1202853" cy="721712"/>
      </dsp:txXfrm>
    </dsp:sp>
    <dsp:sp modelId="{1B27BAD6-73B5-4D63-A697-E6BC48F830FF}">
      <dsp:nvSpPr>
        <dsp:cNvPr id="0" name=""/>
        <dsp:cNvSpPr/>
      </dsp:nvSpPr>
      <dsp:spPr>
        <a:xfrm>
          <a:off x="3005373" y="843887"/>
          <a:ext cx="1202853" cy="7217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have the ROADMAP</a:t>
          </a:r>
        </a:p>
      </dsp:txBody>
      <dsp:txXfrm>
        <a:off x="3005373" y="843887"/>
        <a:ext cx="1202853" cy="721712"/>
      </dsp:txXfrm>
    </dsp:sp>
    <dsp:sp modelId="{67704450-76C3-4D45-89A6-DF7BF64CDF5D}">
      <dsp:nvSpPr>
        <dsp:cNvPr id="0" name=""/>
        <dsp:cNvSpPr/>
      </dsp:nvSpPr>
      <dsp:spPr>
        <a:xfrm>
          <a:off x="4328512" y="843887"/>
          <a:ext cx="1202853" cy="7217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 tiers, 12 recommendations</a:t>
          </a:r>
        </a:p>
      </dsp:txBody>
      <dsp:txXfrm>
        <a:off x="4328512" y="843887"/>
        <a:ext cx="1202853" cy="721712"/>
      </dsp:txXfrm>
    </dsp:sp>
    <dsp:sp modelId="{08C1FF7F-5931-48E0-8331-14048AB1DA2B}">
      <dsp:nvSpPr>
        <dsp:cNvPr id="0" name=""/>
        <dsp:cNvSpPr/>
      </dsp:nvSpPr>
      <dsp:spPr>
        <a:xfrm>
          <a:off x="5651651" y="843887"/>
          <a:ext cx="1202853" cy="72171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Clear timelines</a:t>
          </a:r>
        </a:p>
      </dsp:txBody>
      <dsp:txXfrm>
        <a:off x="5651651" y="843887"/>
        <a:ext cx="1202853" cy="721712"/>
      </dsp:txXfrm>
    </dsp:sp>
    <dsp:sp modelId="{F3788732-3494-4C84-915D-E345383F6519}">
      <dsp:nvSpPr>
        <dsp:cNvPr id="0" name=""/>
        <dsp:cNvSpPr/>
      </dsp:nvSpPr>
      <dsp:spPr>
        <a:xfrm>
          <a:off x="359094" y="1685884"/>
          <a:ext cx="1202853" cy="7217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have the ROI</a:t>
          </a:r>
        </a:p>
      </dsp:txBody>
      <dsp:txXfrm>
        <a:off x="359094" y="1685884"/>
        <a:ext cx="1202853" cy="721712"/>
      </dsp:txXfrm>
    </dsp:sp>
    <dsp:sp modelId="{1D945255-8252-46ED-89DD-BDDE4E2AECF0}">
      <dsp:nvSpPr>
        <dsp:cNvPr id="0" name=""/>
        <dsp:cNvSpPr/>
      </dsp:nvSpPr>
      <dsp:spPr>
        <a:xfrm>
          <a:off x="1682234" y="1685884"/>
          <a:ext cx="1202853" cy="7217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$200-300K Year 1</a:t>
          </a:r>
        </a:p>
      </dsp:txBody>
      <dsp:txXfrm>
        <a:off x="1682234" y="1685884"/>
        <a:ext cx="1202853" cy="721712"/>
      </dsp:txXfrm>
    </dsp:sp>
    <dsp:sp modelId="{81A1EAE7-FB03-48C0-8D94-1777BFA32853}">
      <dsp:nvSpPr>
        <dsp:cNvPr id="0" name=""/>
        <dsp:cNvSpPr/>
      </dsp:nvSpPr>
      <dsp:spPr>
        <a:xfrm>
          <a:off x="3005373" y="1685884"/>
          <a:ext cx="1202853" cy="7217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4:1 to 10:1 return</a:t>
          </a:r>
        </a:p>
      </dsp:txBody>
      <dsp:txXfrm>
        <a:off x="3005373" y="1685884"/>
        <a:ext cx="1202853" cy="721712"/>
      </dsp:txXfrm>
    </dsp:sp>
    <dsp:sp modelId="{0FBC9C34-C444-400F-98C6-D6FB23529E08}">
      <dsp:nvSpPr>
        <dsp:cNvPr id="0" name=""/>
        <dsp:cNvSpPr/>
      </dsp:nvSpPr>
      <dsp:spPr>
        <a:xfrm>
          <a:off x="4328512" y="1685884"/>
          <a:ext cx="1202853" cy="7217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ONLY QUESTION:</a:t>
          </a:r>
        </a:p>
      </dsp:txBody>
      <dsp:txXfrm>
        <a:off x="4328512" y="1685884"/>
        <a:ext cx="1202853" cy="721712"/>
      </dsp:txXfrm>
    </dsp:sp>
    <dsp:sp modelId="{6BCE08E3-5DEA-46F7-B95C-627EC0308478}">
      <dsp:nvSpPr>
        <dsp:cNvPr id="0" name=""/>
        <dsp:cNvSpPr/>
      </dsp:nvSpPr>
      <dsp:spPr>
        <a:xfrm>
          <a:off x="5651651" y="1685884"/>
          <a:ext cx="1202853" cy="72171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Are we ready to transform this</a:t>
          </a:r>
        </a:p>
      </dsp:txBody>
      <dsp:txXfrm>
        <a:off x="5651651" y="1685884"/>
        <a:ext cx="1202853" cy="721712"/>
      </dsp:txXfrm>
    </dsp:sp>
    <dsp:sp modelId="{FDC6B573-C569-4171-B477-D71C5EBF6719}">
      <dsp:nvSpPr>
        <dsp:cNvPr id="0" name=""/>
        <dsp:cNvSpPr/>
      </dsp:nvSpPr>
      <dsp:spPr>
        <a:xfrm>
          <a:off x="359094" y="2527882"/>
          <a:ext cx="1202853" cy="7217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million-dollar challenge into</a:t>
          </a:r>
        </a:p>
      </dsp:txBody>
      <dsp:txXfrm>
        <a:off x="359094" y="2527882"/>
        <a:ext cx="1202853" cy="721712"/>
      </dsp:txXfrm>
    </dsp:sp>
    <dsp:sp modelId="{BA7651A6-3A1A-4ECF-A138-D35507719E3D}">
      <dsp:nvSpPr>
        <dsp:cNvPr id="0" name=""/>
        <dsp:cNvSpPr/>
      </dsp:nvSpPr>
      <dsp:spPr>
        <a:xfrm>
          <a:off x="1682234" y="2527882"/>
          <a:ext cx="1202853" cy="7217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strategic advantage?</a:t>
          </a:r>
        </a:p>
      </dsp:txBody>
      <dsp:txXfrm>
        <a:off x="1682234" y="2527882"/>
        <a:ext cx="1202853" cy="721712"/>
      </dsp:txXfrm>
    </dsp:sp>
    <dsp:sp modelId="{54B5FE35-538D-4001-A946-AF5626FA24CB}">
      <dsp:nvSpPr>
        <dsp:cNvPr id="0" name=""/>
        <dsp:cNvSpPr/>
      </dsp:nvSpPr>
      <dsp:spPr>
        <a:xfrm>
          <a:off x="3005373" y="2527882"/>
          <a:ext cx="1202853" cy="7217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Are we ready to shift from</a:t>
          </a:r>
        </a:p>
      </dsp:txBody>
      <dsp:txXfrm>
        <a:off x="3005373" y="2527882"/>
        <a:ext cx="1202853" cy="721712"/>
      </dsp:txXfrm>
    </dsp:sp>
    <dsp:sp modelId="{CF4A0294-3BC5-4F97-BA29-D64D21994C50}">
      <dsp:nvSpPr>
        <dsp:cNvPr id="0" name=""/>
        <dsp:cNvSpPr/>
      </dsp:nvSpPr>
      <dsp:spPr>
        <a:xfrm>
          <a:off x="4328512" y="2527882"/>
          <a:ext cx="1202853" cy="7217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reactive crisis management to</a:t>
          </a:r>
        </a:p>
      </dsp:txBody>
      <dsp:txXfrm>
        <a:off x="4328512" y="2527882"/>
        <a:ext cx="1202853" cy="721712"/>
      </dsp:txXfrm>
    </dsp:sp>
    <dsp:sp modelId="{4AE0DDA0-8F69-4704-93D1-6FAC0AD69008}">
      <dsp:nvSpPr>
        <dsp:cNvPr id="0" name=""/>
        <dsp:cNvSpPr/>
      </dsp:nvSpPr>
      <dsp:spPr>
        <a:xfrm>
          <a:off x="5651651" y="2527882"/>
          <a:ext cx="1202853" cy="72171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proactive workforce planning?</a:t>
          </a:r>
        </a:p>
      </dsp:txBody>
      <dsp:txXfrm>
        <a:off x="5651651" y="2527882"/>
        <a:ext cx="1202853" cy="721712"/>
      </dsp:txXfrm>
    </dsp:sp>
    <dsp:sp modelId="{D804884F-ACD9-4C09-9AF4-D0D461EBB368}">
      <dsp:nvSpPr>
        <dsp:cNvPr id="0" name=""/>
        <dsp:cNvSpPr/>
      </dsp:nvSpPr>
      <dsp:spPr>
        <a:xfrm>
          <a:off x="2343803" y="3369880"/>
          <a:ext cx="1202853" cy="7217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Thank you.</a:t>
          </a:r>
        </a:p>
      </dsp:txBody>
      <dsp:txXfrm>
        <a:off x="2343803" y="3369880"/>
        <a:ext cx="1202853" cy="721712"/>
      </dsp:txXfrm>
    </dsp:sp>
    <dsp:sp modelId="{DE3FB91F-1353-4D4D-B027-B42D3A66BE70}">
      <dsp:nvSpPr>
        <dsp:cNvPr id="0" name=""/>
        <dsp:cNvSpPr/>
      </dsp:nvSpPr>
      <dsp:spPr>
        <a:xfrm>
          <a:off x="3666942" y="3369880"/>
          <a:ext cx="1202853" cy="7217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Questions &amp; Discussion.</a:t>
          </a:r>
        </a:p>
      </dsp:txBody>
      <dsp:txXfrm>
        <a:off x="3666942" y="3369880"/>
        <a:ext cx="1202853" cy="721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8D9C7-EA08-406E-AEE2-A4DA843C92D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B7970-425D-4154-8085-F50D4824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46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85B8-44F4-424A-9A20-A5B05C2C12AB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80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2E017-41CE-4C92-B397-31BA943E6260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87CE-84D7-4E61-8640-4A735BE8D92F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0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2882-F0D0-4885-AA13-4AC224DB1452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06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9F41B-096E-48FD-8B77-274C1C88041A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3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36E3-CBB2-4321-BD5C-042364600587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8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00AC-64B9-4F74-8777-58025A4627B9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D1D9-F76E-4BA8-90B8-7ADB7BEC0F35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6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F83A-FE4D-4230-B57D-A89D07D0F73C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2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7938-41A6-4636-8FC0-CE979046FC2B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7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E61-132D-468B-8E19-68568FD1C140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9937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78D6-53C2-44AF-8487-1204EF840D3E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52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9BBA-2E4E-4F64-80A8-018F4152A5CC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865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BB54-F904-446E-AF8E-D781D555A204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3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4823-D957-438A-9CFA-ABCF29900B41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0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72F6-5EB9-422F-85D6-B01550EC54FE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0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31E8E-ACC6-474D-B4D1-53B31B078B90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8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AC8888B9-6808-C4D3-05C0-97B707DAA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70" b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023515E-A695-47F8-A1D7-6FBC5C0ED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63558CD2-30CF-4237-B530-8AACD9583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tx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E9F106-7CBF-402A-A9B7-8EC58D4B5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D6E0D2-3C3D-4C0E-A18E-08A1D2A2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3">
            <a:extLst>
              <a:ext uri="{FF2B5EF4-FFF2-40B4-BE49-F238E27FC236}">
                <a16:creationId xmlns:a16="http://schemas.microsoft.com/office/drawing/2014/main" id="{4167283E-EB76-403A-BC80-285DBD4C3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1ADF407D-FE97-417A-A0A3-42CA84250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5EF9B0C7-0806-4738-B48B-4D9D41B54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28150" y="1678665"/>
            <a:ext cx="3427352" cy="2369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3366"/>
                </a:solidFill>
              </a:defRPr>
            </a:pPr>
            <a:r>
              <a:rPr lang="en-US" sz="38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ABSENTEEISM FINANCIAL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25723" y="4050832"/>
            <a:ext cx="3429777" cy="1999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defRPr sz="2400">
                <a:solidFill>
                  <a:srgbClr val="646464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Data-Driven Decision Making for Business Performance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defRPr sz="2400">
                <a:solidFill>
                  <a:srgbClr val="646464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By Carolle DIAYA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defRPr sz="2400">
                <a:solidFill>
                  <a:srgbClr val="646464"/>
                </a:solidFill>
              </a:defRPr>
            </a:pPr>
            <a:endParaRPr lang="en-US" sz="2400" dirty="0">
              <a:solidFill>
                <a:schemeClr val="bg1"/>
              </a:solidFill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defRPr sz="2400">
                <a:solidFill>
                  <a:srgbClr val="646464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Course: Decision Making with Business Intelligence and Analytics (ISM6358 - 1705)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defRPr sz="2400">
                <a:solidFill>
                  <a:srgbClr val="646464"/>
                </a:solidFill>
              </a:defRPr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1DE42225-CC3C-4C3D-9B80-F36262C2C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DC75266A-36BA-4E57-B491-517652DB1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AD3AB97B-33BC-46A1-93A3-B668C176E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CF29053C-B6DD-465F-8E05-BDACB3CF0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114C9CE-DADC-8622-84B1-35E0E803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201" y="6223925"/>
            <a:ext cx="914400" cy="365125"/>
          </a:xfrm>
        </p:spPr>
        <p:txBody>
          <a:bodyPr/>
          <a:lstStyle/>
          <a:p>
            <a:fld id="{19E3C469-AE5B-425A-A1C8-31C25E4CCC23}" type="datetime1">
              <a:rPr lang="en-US" smtClean="0">
                <a:solidFill>
                  <a:schemeClr val="tx2"/>
                </a:solidFill>
              </a:rPr>
              <a:t>11/20/2025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6CC95-55EF-46B9-E0B2-2B34182DE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223A2CF-282D-4D97-960D-435F2BA68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E704595-09C7-4F19-9C35-A1585DE5E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F5D3415-BEB8-49B5-A258-65A6DB069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4572FE66-7C7C-4ED1-BB96-D4E741F7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7DAB653-28E4-473D-BFF3-5B5530900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42B9441-BD12-4ADD-98F9-146048C02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6849A7E1-FFE1-40FC-987C-B58FD2547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13A76386-AD1C-4954-82C0-0AA48165E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3276B172-4E18-465E-9AA3-FB122B17D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4D72FB7-F5AA-4F4D-8EFD-1958081CB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11DE47E-CE10-46D2-9FA8-B48990695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152550" y="609600"/>
            <a:ext cx="280295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t>Presentation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07172" y="1900007"/>
            <a:ext cx="30483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dirty="0"/>
          </a:p>
          <a:p>
            <a:endParaRPr dirty="0"/>
          </a:p>
          <a:p>
            <a:r>
              <a:rPr dirty="0"/>
              <a:t>1. Introduction &amp; Data Source </a:t>
            </a:r>
          </a:p>
          <a:p>
            <a:r>
              <a:rPr dirty="0"/>
              <a:t>2. Executive Summar</a:t>
            </a:r>
            <a:r>
              <a:rPr lang="en-US" dirty="0"/>
              <a:t>y</a:t>
            </a:r>
            <a:endParaRPr dirty="0"/>
          </a:p>
          <a:p>
            <a:r>
              <a:rPr dirty="0"/>
              <a:t>3. Dashboard Overview </a:t>
            </a:r>
          </a:p>
          <a:p>
            <a:r>
              <a:rPr dirty="0"/>
              <a:t>4. Key Insights</a:t>
            </a:r>
          </a:p>
          <a:p>
            <a:r>
              <a:rPr dirty="0"/>
              <a:t>5. Strategic Recommendations</a:t>
            </a:r>
          </a:p>
          <a:p>
            <a:r>
              <a:rPr dirty="0"/>
              <a:t>6. Implementation &amp; ROI (1 min)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328EC312-49A3-4FC5-5F59-498B39B1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34" r="22684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78E455-9A6D-A21A-6B5B-9C299670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3E9-0208-4DAE-B143-F46C7D57A24A}" type="datetime1">
              <a:rPr lang="en-US" smtClean="0"/>
              <a:t>11/20/2025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A228578-C9B2-0BB7-B2A2-79640B3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766860" y="120087"/>
            <a:ext cx="3404808" cy="5356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COLLECTION: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740 absence records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36 employees (complete workforce)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13-month period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21 variables per record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ICD-10 medical coding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Performance data integration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 TOOLS: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Python for statistical analysis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Power BI for visualization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Cost model: $185/hour business impact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FEATURES: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6 interactive dashboard pages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28+ DAX measures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Cross-page filtering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Monthly refresh capability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326848-E0B1-959F-19A5-B8ABC2DC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9366" y="6041362"/>
            <a:ext cx="107843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4554144-7C8B-4D4A-B8A1-B292E0F2C81C}" type="datetime1">
              <a:rPr lang="en-US" smtClean="0"/>
              <a:pPr>
                <a:spcAft>
                  <a:spcPts val="600"/>
                </a:spcAft>
              </a:pPr>
              <a:t>11/20/2025</a:t>
            </a:fld>
            <a:endParaRPr lang="en-US"/>
          </a:p>
        </p:txBody>
      </p:sp>
      <p:pic>
        <p:nvPicPr>
          <p:cNvPr id="3" name="Picture 2" descr="Screenshot_2025-11-16_104318.png"/>
          <p:cNvPicPr>
            <a:picLocks noChangeAspect="1"/>
          </p:cNvPicPr>
          <p:nvPr/>
        </p:nvPicPr>
        <p:blipFill>
          <a:blip r:embed="rId2"/>
          <a:srcRect r="6374" b="-2"/>
          <a:stretch>
            <a:fillRect/>
          </a:stretch>
        </p:blipFill>
        <p:spPr>
          <a:xfrm>
            <a:off x="599860" y="1130710"/>
            <a:ext cx="3797245" cy="427703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DC2F65-DCC4-1150-01D2-0D3A42D4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2997" y="6041362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6D178FC-1907-4922-AA30-719402FAA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3AF21C3-8DE4-4D87-A64D-77F6487C4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DE3EF6D-1F38-4115-93BC-77BD2FB8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23">
              <a:extLst>
                <a:ext uri="{FF2B5EF4-FFF2-40B4-BE49-F238E27FC236}">
                  <a16:creationId xmlns:a16="http://schemas.microsoft.com/office/drawing/2014/main" id="{E31C83A5-88AF-48BE-BF18-BCD441B26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1A69C88A-5BA9-4172-98C1-120F3221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Isosceles Triangle 91">
              <a:extLst>
                <a:ext uri="{FF2B5EF4-FFF2-40B4-BE49-F238E27FC236}">
                  <a16:creationId xmlns:a16="http://schemas.microsoft.com/office/drawing/2014/main" id="{3D58E1DE-DB6B-4772-A7B1-DF94F77FB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Rectangle 27">
              <a:extLst>
                <a:ext uri="{FF2B5EF4-FFF2-40B4-BE49-F238E27FC236}">
                  <a16:creationId xmlns:a16="http://schemas.microsoft.com/office/drawing/2014/main" id="{A73CFB7E-FE1B-4EBB-8A51-C929F2DC9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Rectangle 28">
              <a:extLst>
                <a:ext uri="{FF2B5EF4-FFF2-40B4-BE49-F238E27FC236}">
                  <a16:creationId xmlns:a16="http://schemas.microsoft.com/office/drawing/2014/main" id="{B4B826B7-E4AC-4476-96C5-576DABA6C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Rectangle 29">
              <a:extLst>
                <a:ext uri="{FF2B5EF4-FFF2-40B4-BE49-F238E27FC236}">
                  <a16:creationId xmlns:a16="http://schemas.microsoft.com/office/drawing/2014/main" id="{79460421-E5A9-435C-B0BC-78F6A3B5A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D3A4D7F7-A7D4-40B0-A8BA-E4550E963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22B007C3-7AE4-431E-A807-3D51DE7DE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5199" y="225370"/>
            <a:ext cx="7648121" cy="4522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Executive Summary</a:t>
            </a:r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75510" y="2268371"/>
            <a:ext cx="789191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Challenge</a:t>
            </a:r>
          </a:p>
          <a:p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$1.00M Business Impact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5,124 Hours Lost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36 Employees Affected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740 Incidents Analyzed</a:t>
            </a:r>
          </a:p>
          <a:p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CHALLENGE: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$27,826 cost per employee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94% absence rate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Monday/Tuesday = 53% of weekly costs</a:t>
            </a:r>
          </a:p>
          <a:p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SOLUTION: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6-page interactive dashboard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4-tier strategic roadmap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12 specific interventions</a:t>
            </a:r>
          </a:p>
          <a:p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ROI: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Year 1: $200-300K savings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3-Year: $600K-$1M</a:t>
            </a:r>
          </a:p>
          <a:p>
            <a:r>
              <a:rPr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Return: 4:1 to 10:1</a:t>
            </a:r>
          </a:p>
        </p:txBody>
      </p:sp>
      <p:graphicFrame>
        <p:nvGraphicFramePr>
          <p:cNvPr id="48" name="TextBox 2">
            <a:extLst>
              <a:ext uri="{FF2B5EF4-FFF2-40B4-BE49-F238E27FC236}">
                <a16:creationId xmlns:a16="http://schemas.microsoft.com/office/drawing/2014/main" id="{3C8BDB94-077A-9259-C9BC-02E9630B24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710065"/>
              </p:ext>
            </p:extLst>
          </p:nvPr>
        </p:nvGraphicFramePr>
        <p:xfrm>
          <a:off x="709833" y="686122"/>
          <a:ext cx="8004188" cy="143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7A172-ACAB-8B57-E625-E719D280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BF10-A02F-4C1D-BF38-0FEAB6830110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A64676-EB90-A09F-CB51-3961641E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39476" y="4473227"/>
            <a:ext cx="6216024" cy="1096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9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Executive Dashboard</a:t>
            </a:r>
          </a:p>
        </p:txBody>
      </p:sp>
      <p:pic>
        <p:nvPicPr>
          <p:cNvPr id="29" name="Picture 28" descr="screenshot_1.png"/>
          <p:cNvPicPr>
            <a:picLocks noChangeAspect="1"/>
          </p:cNvPicPr>
          <p:nvPr/>
        </p:nvPicPr>
        <p:blipFill>
          <a:blip r:embed="rId2"/>
          <a:srcRect b="4525"/>
          <a:stretch>
            <a:fillRect/>
          </a:stretch>
        </p:blipFill>
        <p:spPr>
          <a:xfrm>
            <a:off x="739476" y="609600"/>
            <a:ext cx="6216024" cy="36350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4CACB-7996-3959-CA0D-6FF25068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9366" y="6352651"/>
            <a:ext cx="107843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393B287-1187-4DB1-89C3-DEE5DC8119FE}" type="datetime1">
              <a:rPr lang="en-US" smtClean="0"/>
              <a:pPr>
                <a:spcAft>
                  <a:spcPts val="600"/>
                </a:spcAft>
              </a:pPr>
              <a:t>11/20/2025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09E5AD-276C-8895-C1E3-3E3F9234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6517" y="6352651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36D178FC-1907-4922-AA30-719402FAA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3AF21C3-8DE4-4D87-A64D-77F6487C4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DE3EF6D-1F38-4115-93BC-77BD2FB8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E31C83A5-88AF-48BE-BF18-BCD441B26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1A69C88A-5BA9-4172-98C1-120F3221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3D58E1DE-DB6B-4772-A7B1-DF94F77FB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Rectangle 27">
              <a:extLst>
                <a:ext uri="{FF2B5EF4-FFF2-40B4-BE49-F238E27FC236}">
                  <a16:creationId xmlns:a16="http://schemas.microsoft.com/office/drawing/2014/main" id="{A73CFB7E-FE1B-4EBB-8A51-C929F2DC9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Rectangle 28">
              <a:extLst>
                <a:ext uri="{FF2B5EF4-FFF2-40B4-BE49-F238E27FC236}">
                  <a16:creationId xmlns:a16="http://schemas.microsoft.com/office/drawing/2014/main" id="{B4B826B7-E4AC-4476-96C5-576DABA6C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 29">
              <a:extLst>
                <a:ext uri="{FF2B5EF4-FFF2-40B4-BE49-F238E27FC236}">
                  <a16:creationId xmlns:a16="http://schemas.microsoft.com/office/drawing/2014/main" id="{79460421-E5A9-435C-B0BC-78F6A3B5A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D3A4D7F7-A7D4-40B0-A8BA-E4550E963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22B007C3-7AE4-431E-A807-3D51DE7DE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805856B-85C8-1702-833E-11921E9C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6677" y="6041362"/>
            <a:ext cx="6839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087D52-DB16-4D52-AC40-E053654AD177}" type="datetime1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11/20/2025</a:t>
            </a:fld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9360" y="1382486"/>
            <a:ext cx="2660686" cy="40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8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Page 1 Insights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60129-4D69-0040-DEB0-07A66E18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6817" y="6041362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36" name="TextBox 2">
            <a:extLst>
              <a:ext uri="{FF2B5EF4-FFF2-40B4-BE49-F238E27FC236}">
                <a16:creationId xmlns:a16="http://schemas.microsoft.com/office/drawing/2014/main" id="{AE40A581-6584-B48C-B6DC-797D8FED69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178345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39476" y="4473227"/>
            <a:ext cx="6216024" cy="1096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Risk Analysis &amp; Demographics</a:t>
            </a:r>
          </a:p>
        </p:txBody>
      </p:sp>
      <p:pic>
        <p:nvPicPr>
          <p:cNvPr id="9" name="Picture 8" descr="screenshot_2.png"/>
          <p:cNvPicPr>
            <a:picLocks noChangeAspect="1"/>
          </p:cNvPicPr>
          <p:nvPr/>
        </p:nvPicPr>
        <p:blipFill>
          <a:blip r:embed="rId2"/>
          <a:srcRect t="16460"/>
          <a:stretch>
            <a:fillRect/>
          </a:stretch>
        </p:blipFill>
        <p:spPr>
          <a:xfrm>
            <a:off x="739476" y="609600"/>
            <a:ext cx="6216024" cy="36350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729CB8-01CA-F335-12CB-83C8BD3A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9366" y="6352651"/>
            <a:ext cx="107843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6BF81F-170A-4179-8F47-FD7B760FF61F}" type="datetime1">
              <a:rPr lang="en-US" smtClean="0"/>
              <a:pPr>
                <a:spcAft>
                  <a:spcPts val="600"/>
                </a:spcAft>
              </a:pPr>
              <a:t>11/20/2025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3B014C-28BA-76F5-DE72-D24A12EA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6517" y="6352651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36D178FC-1907-4922-AA30-719402FAA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3AF21C3-8DE4-4D87-A64D-77F6487C4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DE3EF6D-1F38-4115-93BC-77BD2FB8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E31C83A5-88AF-48BE-BF18-BCD441B26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1A69C88A-5BA9-4172-98C1-120F3221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3D58E1DE-DB6B-4772-A7B1-DF94F77FB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Rectangle 27">
              <a:extLst>
                <a:ext uri="{FF2B5EF4-FFF2-40B4-BE49-F238E27FC236}">
                  <a16:creationId xmlns:a16="http://schemas.microsoft.com/office/drawing/2014/main" id="{A73CFB7E-FE1B-4EBB-8A51-C929F2DC9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Rectangle 28">
              <a:extLst>
                <a:ext uri="{FF2B5EF4-FFF2-40B4-BE49-F238E27FC236}">
                  <a16:creationId xmlns:a16="http://schemas.microsoft.com/office/drawing/2014/main" id="{B4B826B7-E4AC-4476-96C5-576DABA6C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Rectangle 29">
              <a:extLst>
                <a:ext uri="{FF2B5EF4-FFF2-40B4-BE49-F238E27FC236}">
                  <a16:creationId xmlns:a16="http://schemas.microsoft.com/office/drawing/2014/main" id="{79460421-E5A9-435C-B0BC-78F6A3B5A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D3A4D7F7-A7D4-40B0-A8BA-E4550E963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22B007C3-7AE4-431E-A807-3D51DE7DE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5199" y="609600"/>
            <a:ext cx="7648121" cy="1099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Page 2 Insights</a:t>
            </a: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C89DA-E1F1-B4F5-352E-C59F9981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81751" y="6182876"/>
            <a:ext cx="6839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A9D61CE-D813-4BB4-98E7-A7C8002EE43A}" type="datetime1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11/20/2025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8C2312-FDF0-648D-BE12-ADF4EA67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0899" y="6182876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35BDD23-EBCD-5051-C2EF-F0160FEDF2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4769356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05315" y="643467"/>
            <a:ext cx="3152284" cy="137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Page 3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Temporal Analysis</a:t>
            </a:r>
          </a:p>
        </p:txBody>
      </p:sp>
      <p:pic>
        <p:nvPicPr>
          <p:cNvPr id="28" name="Picture 27" descr="screensho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69014"/>
            <a:ext cx="3857625" cy="250745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77563A-30A1-7530-C83A-88FEB8D7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5316" y="6182876"/>
            <a:ext cx="251294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83BBD70A-C841-43F2-96A0-5E8759777EF6}" type="datetime1">
              <a:rPr lang="en-US">
                <a:solidFill>
                  <a:schemeClr val="bg1"/>
                </a:solidFill>
              </a:rPr>
              <a:pPr algn="l">
                <a:spcAft>
                  <a:spcPts val="600"/>
                </a:spcAft>
              </a:pPr>
              <a:t>11/20/2025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DD9907-2899-2E2A-9746-772E9F875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7120" y="6182876"/>
            <a:ext cx="5125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F9EE12D-316C-4FFD-4E5E-8E779EA208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3503910"/>
              </p:ext>
            </p:extLst>
          </p:nvPr>
        </p:nvGraphicFramePr>
        <p:xfrm>
          <a:off x="505315" y="2160590"/>
          <a:ext cx="2980457" cy="344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07559" y="245806"/>
            <a:ext cx="2796807" cy="511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23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Challenges &amp; Limitations: What Didn't Go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802" y="757084"/>
            <a:ext cx="3271149" cy="5781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Predictable Patterns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TEMPORAL FINDINGS: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Monthly: Apr $53M, Aug $16M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Seasonal: Balanced across seasons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NOT weather-driven!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Weekly: Monday peak clear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Day/Month matrix available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ACTIONABLE INTELLIGENCE: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Monday = 29% of weekly costs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→ PRIMARY intervention target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Flexible Monday start times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Monday wellness check-ins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Team engagement activities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PRE-PEAK PLANNING: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July/March peaks identified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Launch wellness in June/February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Proactive staffing adjustments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IMPACT: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20-30% Monday reduction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$50K-$75K annually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BB85D33E-B9A6-488F-CE99-5B9BDE25A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27" r="45590" b="-2"/>
          <a:stretch>
            <a:fillRect/>
          </a:stretch>
        </p:blipFill>
        <p:spPr>
          <a:xfrm>
            <a:off x="4275832" y="632145"/>
            <a:ext cx="2924370" cy="5089178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5007E51-BE7E-7D60-41ED-572BD752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9366" y="6041362"/>
            <a:ext cx="107843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2B1A2C6-FA84-4F05-8122-1A4CE1AAB67E}" type="datetime1">
              <a:rPr lang="en-US" smtClean="0"/>
              <a:pPr>
                <a:spcAft>
                  <a:spcPts val="600"/>
                </a:spcAft>
              </a:pPr>
              <a:t>11/20/2025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3E9D713-0BBB-828D-CDC9-9CFF8E73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2997" y="6041362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05315" y="643467"/>
            <a:ext cx="3152284" cy="137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Page 4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Alerts &amp; Flags</a:t>
            </a:r>
          </a:p>
        </p:txBody>
      </p:sp>
      <p:pic>
        <p:nvPicPr>
          <p:cNvPr id="26" name="Picture 25" descr="screensho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66718"/>
            <a:ext cx="3857625" cy="211204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39D563-25A1-3AE3-0D6E-E3E55D28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5316" y="6182876"/>
            <a:ext cx="251294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D31E6E00-64E0-4490-93FA-BF62FA3504BD}" type="datetime1">
              <a:rPr lang="en-US">
                <a:solidFill>
                  <a:schemeClr val="bg1"/>
                </a:solidFill>
              </a:rPr>
              <a:pPr algn="l">
                <a:spcAft>
                  <a:spcPts val="600"/>
                </a:spcAft>
              </a:pPr>
              <a:t>11/20/2025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D0D43A-D52B-42B8-4AA9-54E7D042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7120" y="6182876"/>
            <a:ext cx="5125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F02BB0C-AE3E-5849-313A-7D944DDE4D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366502"/>
              </p:ext>
            </p:extLst>
          </p:nvPr>
        </p:nvGraphicFramePr>
        <p:xfrm>
          <a:off x="505315" y="2160590"/>
          <a:ext cx="2980457" cy="344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6D178FC-1907-4922-AA30-719402FAA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AF21C3-8DE4-4D87-A64D-77F6487C4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E3EF6D-1F38-4115-93BC-77BD2FB8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E31C83A5-88AF-48BE-BF18-BCD441B26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5">
              <a:extLst>
                <a:ext uri="{FF2B5EF4-FFF2-40B4-BE49-F238E27FC236}">
                  <a16:creationId xmlns:a16="http://schemas.microsoft.com/office/drawing/2014/main" id="{1A69C88A-5BA9-4172-98C1-120F3221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3D58E1DE-DB6B-4772-A7B1-DF94F77FB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A73CFB7E-FE1B-4EBB-8A51-C929F2DC9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8">
              <a:extLst>
                <a:ext uri="{FF2B5EF4-FFF2-40B4-BE49-F238E27FC236}">
                  <a16:creationId xmlns:a16="http://schemas.microsoft.com/office/drawing/2014/main" id="{B4B826B7-E4AC-4476-96C5-576DABA6C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79460421-E5A9-435C-B0BC-78F6A3B5A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D3A4D7F7-A7D4-40B0-A8BA-E4550E963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22B007C3-7AE4-431E-A807-3D51DE7DE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5199" y="609600"/>
            <a:ext cx="7648121" cy="1099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Page 4 Insights</a:t>
            </a: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36B7CE-9D51-586D-A9C2-6E523644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81751" y="6182876"/>
            <a:ext cx="6839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83FE5AC-EB83-4FA7-8590-7B773ACDAE08}" type="datetime1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11/20/2025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C3373-3780-45BF-3B11-BC811F94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0899" y="6182876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D8CDF95-05CE-1156-50A1-71ACFACBC7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8535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05315" y="269015"/>
            <a:ext cx="3152284" cy="516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Page 5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Behavioral Analysis</a:t>
            </a:r>
          </a:p>
        </p:txBody>
      </p:sp>
      <p:pic>
        <p:nvPicPr>
          <p:cNvPr id="26" name="Picture 25" descr="screensho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120" y="1032388"/>
            <a:ext cx="3630880" cy="3735702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897590-82EF-9560-6D9D-87EE0562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5316" y="6182876"/>
            <a:ext cx="251294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559C77AE-C645-441E-B4AD-A1C3ED7AA24C}" type="datetime1">
              <a:rPr lang="en-US">
                <a:solidFill>
                  <a:schemeClr val="bg1"/>
                </a:solidFill>
              </a:rPr>
              <a:pPr algn="l">
                <a:spcAft>
                  <a:spcPts val="600"/>
                </a:spcAft>
              </a:pPr>
              <a:t>11/20/2025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85F315-D7A9-5747-61A5-ED71B769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7120" y="6182876"/>
            <a:ext cx="5125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aphicFrame>
        <p:nvGraphicFramePr>
          <p:cNvPr id="100" name="TextBox 2">
            <a:extLst>
              <a:ext uri="{FF2B5EF4-FFF2-40B4-BE49-F238E27FC236}">
                <a16:creationId xmlns:a16="http://schemas.microsoft.com/office/drawing/2014/main" id="{71D599E3-BA7E-11DF-9577-CE3291DCBD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451334"/>
              </p:ext>
            </p:extLst>
          </p:nvPr>
        </p:nvGraphicFramePr>
        <p:xfrm>
          <a:off x="108156" y="823717"/>
          <a:ext cx="5013926" cy="5359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36D178FC-1907-4922-AA30-719402FAA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3AF21C3-8DE4-4D87-A64D-77F6487C4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DE3EF6D-1F38-4115-93BC-77BD2FB8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23">
              <a:extLst>
                <a:ext uri="{FF2B5EF4-FFF2-40B4-BE49-F238E27FC236}">
                  <a16:creationId xmlns:a16="http://schemas.microsoft.com/office/drawing/2014/main" id="{E31C83A5-88AF-48BE-BF18-BCD441B26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Rectangle 25">
              <a:extLst>
                <a:ext uri="{FF2B5EF4-FFF2-40B4-BE49-F238E27FC236}">
                  <a16:creationId xmlns:a16="http://schemas.microsoft.com/office/drawing/2014/main" id="{1A69C88A-5BA9-4172-98C1-120F3221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3D58E1DE-DB6B-4772-A7B1-DF94F77FB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Rectangle 27">
              <a:extLst>
                <a:ext uri="{FF2B5EF4-FFF2-40B4-BE49-F238E27FC236}">
                  <a16:creationId xmlns:a16="http://schemas.microsoft.com/office/drawing/2014/main" id="{A73CFB7E-FE1B-4EBB-8A51-C929F2DC9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Rectangle 28">
              <a:extLst>
                <a:ext uri="{FF2B5EF4-FFF2-40B4-BE49-F238E27FC236}">
                  <a16:creationId xmlns:a16="http://schemas.microsoft.com/office/drawing/2014/main" id="{B4B826B7-E4AC-4476-96C5-576DABA6C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Rectangle 29">
              <a:extLst>
                <a:ext uri="{FF2B5EF4-FFF2-40B4-BE49-F238E27FC236}">
                  <a16:creationId xmlns:a16="http://schemas.microsoft.com/office/drawing/2014/main" id="{79460421-E5A9-435C-B0BC-78F6A3B5A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D3A4D7F7-A7D4-40B0-A8BA-E4550E963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22B007C3-7AE4-431E-A807-3D51DE7DE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F67F81-90BB-4AA3-1928-8F412625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6677" y="6041362"/>
            <a:ext cx="6839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AE2807E-489C-4C40-A6C0-02E9CECD445B}" type="datetime1">
              <a:rPr lang="en-US"/>
              <a:pPr>
                <a:lnSpc>
                  <a:spcPct val="90000"/>
                </a:lnSpc>
                <a:spcAft>
                  <a:spcPts val="600"/>
                </a:spcAft>
              </a:pPr>
              <a:t>11/20/2025</a:t>
            </a:fld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Isosceles Triangle 83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9360" y="1382486"/>
            <a:ext cx="2660686" cy="40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8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Page 5 Insights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F5A24BE-EBC3-ED2F-08A6-89C878F5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6817" y="6041362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1" name="TextBox 2">
            <a:extLst>
              <a:ext uri="{FF2B5EF4-FFF2-40B4-BE49-F238E27FC236}">
                <a16:creationId xmlns:a16="http://schemas.microsoft.com/office/drawing/2014/main" id="{4086524E-922F-01ED-45A3-CC8882E5D5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736081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05315" y="643467"/>
            <a:ext cx="3152284" cy="137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Page 6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Performance Analysis</a:t>
            </a:r>
          </a:p>
        </p:txBody>
      </p:sp>
      <p:pic>
        <p:nvPicPr>
          <p:cNvPr id="26" name="Picture 25" descr="screensho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64192"/>
            <a:ext cx="3857625" cy="25171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B7601-6900-7249-7616-CEA4B83A7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5316" y="6182876"/>
            <a:ext cx="251294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6D5679F5-EA46-4A88-956C-C65D7E8BBDFE}" type="datetime1">
              <a:rPr lang="en-US">
                <a:solidFill>
                  <a:schemeClr val="bg1"/>
                </a:solidFill>
              </a:rPr>
              <a:pPr algn="l">
                <a:spcAft>
                  <a:spcPts val="600"/>
                </a:spcAft>
              </a:pPr>
              <a:t>11/20/2025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86D7772-5DAA-3CC8-18F7-9D0D21C2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7120" y="6182876"/>
            <a:ext cx="5125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4563CB7-499B-9B9C-7B0E-D91466072B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9422058"/>
              </p:ext>
            </p:extLst>
          </p:nvPr>
        </p:nvGraphicFramePr>
        <p:xfrm>
          <a:off x="505315" y="2160590"/>
          <a:ext cx="2980457" cy="344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6223A2CF-282D-4D97-960D-435F2BA68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E704595-09C7-4F19-9C35-A1585DE5E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F5D3415-BEB8-49B5-A258-65A6DB069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23">
              <a:extLst>
                <a:ext uri="{FF2B5EF4-FFF2-40B4-BE49-F238E27FC236}">
                  <a16:creationId xmlns:a16="http://schemas.microsoft.com/office/drawing/2014/main" id="{4572FE66-7C7C-4ED1-BB96-D4E741F7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Rectangle 25">
              <a:extLst>
                <a:ext uri="{FF2B5EF4-FFF2-40B4-BE49-F238E27FC236}">
                  <a16:creationId xmlns:a16="http://schemas.microsoft.com/office/drawing/2014/main" id="{27DAB653-28E4-473D-BFF3-5B5530900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D42B9441-BD12-4ADD-98F9-146048C02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6849A7E1-FFE1-40FC-987C-B58FD2547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Rectangle 28">
              <a:extLst>
                <a:ext uri="{FF2B5EF4-FFF2-40B4-BE49-F238E27FC236}">
                  <a16:creationId xmlns:a16="http://schemas.microsoft.com/office/drawing/2014/main" id="{13A76386-AD1C-4954-82C0-0AA48165E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Rectangle 29">
              <a:extLst>
                <a:ext uri="{FF2B5EF4-FFF2-40B4-BE49-F238E27FC236}">
                  <a16:creationId xmlns:a16="http://schemas.microsoft.com/office/drawing/2014/main" id="{3276B172-4E18-465E-9AA3-FB122B17D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E4D72FB7-F5AA-4F4D-8EFD-1958081CB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811DE47E-CE10-46D2-9FA8-B48990695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 descr="Person holding a puzzle piece">
            <a:extLst>
              <a:ext uri="{FF2B5EF4-FFF2-40B4-BE49-F238E27FC236}">
                <a16:creationId xmlns:a16="http://schemas.microsoft.com/office/drawing/2014/main" id="{AD5B06A3-3C1A-1C7F-989D-E3BCBECB0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37" r="20565" b="-1"/>
          <a:stretch>
            <a:fillRect/>
          </a:stretch>
        </p:blipFill>
        <p:spPr>
          <a:xfrm>
            <a:off x="4844024" y="-1"/>
            <a:ext cx="429997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extBox 1"/>
          <p:cNvSpPr txBox="1"/>
          <p:nvPr/>
        </p:nvSpPr>
        <p:spPr>
          <a:xfrm>
            <a:off x="507999" y="343849"/>
            <a:ext cx="2888343" cy="39357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Page 6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975" y="676162"/>
            <a:ext cx="4336025" cy="57303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Performance Paradox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PARADOX: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High Performers (97%+ targets):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7.63 hours absent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Low Performers (&lt;93% targets):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6.10 hours absent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Gap: -1.53 hours (NEGATIVE!)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Scatter plot: FLAT trend line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(NO correlation!)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Performance Efficiency: 94.59%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THREE EXPLANATIONS: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Quality over Quantity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Low performers: 81-92% despite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MORE presence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Work Intensity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High performers need recovery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Absence Type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High: Preventive care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Low: Unjustified absences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STRATEGIC SHIFT: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FROM: Presenteeism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TO: Performance &amp; outcomes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7D9BC48-9CE3-1EE8-4093-76421CD4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3849" y="6041362"/>
            <a:ext cx="68395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93CFCC-CCD6-4625-847F-17793579A8F7}" type="datetime1">
              <a:rPr lang="en-US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11/20/2025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9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1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46F3D9-5E21-E1EA-D899-ABBC8BE8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2997" y="6041362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3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5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58994"/>
            <a:ext cx="6447501" cy="734351"/>
          </a:xfrm>
        </p:spPr>
        <p:txBody>
          <a:bodyPr>
            <a:normAutofit/>
          </a:bodyPr>
          <a:lstStyle/>
          <a:p>
            <a:r>
              <a:rPr lang="en-US" dirty="0"/>
              <a:t>Critical Insights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955352"/>
            <a:ext cx="6447501" cy="54195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800" dirty="0"/>
              <a:t>6 Critical Discoveries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💰 FINANCIAL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$1M impact • 49% diseases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Monday/Tuesday = 53% weekly costs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🏥 MEDICAL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28 ICD codes identified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842 musculoskeletal hours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33 unjustified absences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👥 DEMOGRAPHICS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Age 30-40 = 58% of costs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Education 6:1 ratio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10-25km commute spike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🚬 BEHAVIORAL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78% high-risk workforce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Drinking +68% impact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⭐ PERFORMANCE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Paradox! High performers absent MORE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94.59% efficiency is what matters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📅 TEMPORAL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Monday 29% • July/March peaks</a:t>
            </a:r>
          </a:p>
          <a:p>
            <a:pPr>
              <a:lnSpc>
                <a:spcPct val="90000"/>
              </a:lnSpc>
            </a:pPr>
            <a:r>
              <a:rPr lang="en-US" sz="800" dirty="0"/>
              <a:t>Predictable = Preventable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en-US" sz="3100" dirty="0"/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2C2D03-19E8-A232-79AD-B97D588C5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920573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 dirty="0"/>
              <a:t>implementation</a:t>
            </a:r>
            <a:endParaRPr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52A2D1-DB5C-777F-BF3B-A8C987104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7160578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B58AA909-8093-3564-DA1A-496FBA678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838347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212</TotalTime>
  <Words>1917</Words>
  <Application>Microsoft Office PowerPoint</Application>
  <PresentationFormat>On-screen Show (4:3)</PresentationFormat>
  <Paragraphs>366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Critical Insights</vt:lpstr>
      <vt:lpstr>Recommendations</vt:lpstr>
      <vt:lpstr>implementation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Carolle DIAYA</cp:lastModifiedBy>
  <cp:revision>6</cp:revision>
  <dcterms:created xsi:type="dcterms:W3CDTF">2013-01-27T09:14:16Z</dcterms:created>
  <dcterms:modified xsi:type="dcterms:W3CDTF">2025-11-21T02:46:37Z</dcterms:modified>
  <cp:category/>
</cp:coreProperties>
</file>